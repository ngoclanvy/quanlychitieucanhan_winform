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3.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61" r:id="rId1"/>
    <p:sldMasterId id="2147483768" r:id="rId2"/>
    <p:sldMasterId id="2147483994" r:id="rId3"/>
    <p:sldMasterId id="2147484000" r:id="rId4"/>
  </p:sldMasterIdLst>
  <p:notesMasterIdLst>
    <p:notesMasterId r:id="rId37"/>
  </p:notesMasterIdLst>
  <p:sldIdLst>
    <p:sldId id="256" r:id="rId5"/>
    <p:sldId id="641" r:id="rId6"/>
    <p:sldId id="734" r:id="rId7"/>
    <p:sldId id="703" r:id="rId8"/>
    <p:sldId id="707" r:id="rId9"/>
    <p:sldId id="708" r:id="rId10"/>
    <p:sldId id="721" r:id="rId11"/>
    <p:sldId id="709" r:id="rId12"/>
    <p:sldId id="722" r:id="rId13"/>
    <p:sldId id="723" r:id="rId14"/>
    <p:sldId id="724" r:id="rId15"/>
    <p:sldId id="731" r:id="rId16"/>
    <p:sldId id="710" r:id="rId17"/>
    <p:sldId id="725" r:id="rId18"/>
    <p:sldId id="711" r:id="rId19"/>
    <p:sldId id="713" r:id="rId20"/>
    <p:sldId id="712" r:id="rId21"/>
    <p:sldId id="735" r:id="rId22"/>
    <p:sldId id="714" r:id="rId23"/>
    <p:sldId id="716" r:id="rId24"/>
    <p:sldId id="719" r:id="rId25"/>
    <p:sldId id="732" r:id="rId26"/>
    <p:sldId id="733" r:id="rId27"/>
    <p:sldId id="737" r:id="rId28"/>
    <p:sldId id="739" r:id="rId29"/>
    <p:sldId id="740" r:id="rId30"/>
    <p:sldId id="726" r:id="rId31"/>
    <p:sldId id="727" r:id="rId32"/>
    <p:sldId id="730" r:id="rId33"/>
    <p:sldId id="728" r:id="rId34"/>
    <p:sldId id="718" r:id="rId35"/>
    <p:sldId id="275" r:id="rId36"/>
  </p:sldIdLst>
  <p:sldSz cx="12192000" cy="6858000"/>
  <p:notesSz cx="6858000" cy="9144000"/>
  <p:defaultTex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Thanh Son Nguyen" initials="TSN" lastIdx="50" clrIdx="0">
    <p:extLst>
      <p:ext uri="{19B8F6BF-5375-455C-9EA6-DF929625EA0E}">
        <p15:presenceInfo xmlns:p15="http://schemas.microsoft.com/office/powerpoint/2012/main" userId="00a67d6da3ccef99"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E0000"/>
    <a:srgbClr val="9E0A0F"/>
    <a:srgbClr val="D19392"/>
    <a:srgbClr val="AA4643"/>
    <a:srgbClr val="B76260"/>
    <a:srgbClr val="FFFF00"/>
    <a:srgbClr val="1F497D"/>
    <a:srgbClr val="C00000"/>
    <a:srgbClr val="FFFFCC"/>
    <a:srgbClr val="FFFF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7941" autoAdjust="0"/>
    <p:restoredTop sz="95165" autoAdjust="0"/>
  </p:normalViewPr>
  <p:slideViewPr>
    <p:cSldViewPr snapToGrid="0">
      <p:cViewPr varScale="1">
        <p:scale>
          <a:sx n="51" d="100"/>
          <a:sy n="51" d="100"/>
        </p:scale>
        <p:origin x="1128" y="43"/>
      </p:cViewPr>
      <p:guideLst/>
    </p:cSldViewPr>
  </p:slideViewPr>
  <p:notesTextViewPr>
    <p:cViewPr>
      <p:scale>
        <a:sx n="1" d="1"/>
        <a:sy n="1" d="1"/>
      </p:scale>
      <p:origin x="0" y="0"/>
    </p:cViewPr>
  </p:notesTextViewPr>
  <p:sorterViewPr>
    <p:cViewPr>
      <p:scale>
        <a:sx n="79" d="100"/>
        <a:sy n="79" d="100"/>
      </p:scale>
      <p:origin x="0" y="-1629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presProps" Target="presProps.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slideMaster" Target="slideMasters/slideMaster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notesMaster" Target="notesMasters/notesMaster1.xml"/><Relationship Id="rId40"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8" Type="http://schemas.openxmlformats.org/officeDocument/2006/relationships/slide" Target="slides/slide4.xml"/><Relationship Id="rId3" Type="http://schemas.openxmlformats.org/officeDocument/2006/relationships/slideMaster" Target="slideMasters/slideMaster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commentAuthors" Target="commentAuthor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id-ID"/>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10A7EDB-42F2-4587-A519-4CD36161FFEF}" type="datetimeFigureOut">
              <a:rPr lang="id-ID" smtClean="0"/>
              <a:t>15/05/2026</a:t>
            </a:fld>
            <a:endParaRPr lang="id-ID"/>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id-ID"/>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id-ID"/>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DDAD74B-4254-4A15-B920-236F271C9A39}" type="slidenum">
              <a:rPr lang="id-ID" smtClean="0"/>
              <a:t>‹#›</a:t>
            </a:fld>
            <a:endParaRPr lang="id-ID"/>
          </a:p>
        </p:txBody>
      </p:sp>
    </p:spTree>
    <p:extLst>
      <p:ext uri="{BB962C8B-B14F-4D97-AF65-F5344CB8AC3E}">
        <p14:creationId xmlns:p14="http://schemas.microsoft.com/office/powerpoint/2010/main" val="25824776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lide Image Placeholder 1">
            <a:extLst>
              <a:ext uri="{FF2B5EF4-FFF2-40B4-BE49-F238E27FC236}">
                <a16:creationId xmlns:a16="http://schemas.microsoft.com/office/drawing/2014/main" id="{1409CCDA-7CC9-43C3-991E-E35E46B66998}"/>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123" name="Notes Placeholder 2">
            <a:extLst>
              <a:ext uri="{FF2B5EF4-FFF2-40B4-BE49-F238E27FC236}">
                <a16:creationId xmlns:a16="http://schemas.microsoft.com/office/drawing/2014/main" id="{9A2F9569-B725-4E6F-95B6-E1210E292DE0}"/>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5124" name="Slide Number Placeholder 3">
            <a:extLst>
              <a:ext uri="{FF2B5EF4-FFF2-40B4-BE49-F238E27FC236}">
                <a16:creationId xmlns:a16="http://schemas.microsoft.com/office/drawing/2014/main" id="{30AC0B40-ADF3-4ED1-87DE-8DD20DFBC9F6}"/>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anose="020F0502020204030204" pitchFamily="34" charset="0"/>
              </a:defRPr>
            </a:lvl1pPr>
            <a:lvl2pPr marL="658813" indent="-252413">
              <a:defRPr>
                <a:solidFill>
                  <a:schemeClr val="tx1"/>
                </a:solidFill>
                <a:latin typeface="Calibri" panose="020F0502020204030204" pitchFamily="34" charset="0"/>
              </a:defRPr>
            </a:lvl2pPr>
            <a:lvl3pPr marL="1012825" indent="-201613">
              <a:defRPr>
                <a:solidFill>
                  <a:schemeClr val="tx1"/>
                </a:solidFill>
                <a:latin typeface="Calibri" panose="020F0502020204030204" pitchFamily="34" charset="0"/>
              </a:defRPr>
            </a:lvl3pPr>
            <a:lvl4pPr marL="1417638" indent="-201613">
              <a:defRPr>
                <a:solidFill>
                  <a:schemeClr val="tx1"/>
                </a:solidFill>
                <a:latin typeface="Calibri" panose="020F0502020204030204" pitchFamily="34" charset="0"/>
              </a:defRPr>
            </a:lvl4pPr>
            <a:lvl5pPr marL="1824038" indent="-201613">
              <a:defRPr>
                <a:solidFill>
                  <a:schemeClr val="tx1"/>
                </a:solidFill>
                <a:latin typeface="Calibri" panose="020F0502020204030204" pitchFamily="34" charset="0"/>
              </a:defRPr>
            </a:lvl5pPr>
            <a:lvl6pPr marL="2281238" indent="-201613" eaLnBrk="0" fontAlgn="base" hangingPunct="0">
              <a:spcBef>
                <a:spcPct val="0"/>
              </a:spcBef>
              <a:spcAft>
                <a:spcPct val="0"/>
              </a:spcAft>
              <a:defRPr>
                <a:solidFill>
                  <a:schemeClr val="tx1"/>
                </a:solidFill>
                <a:latin typeface="Calibri" panose="020F0502020204030204" pitchFamily="34" charset="0"/>
              </a:defRPr>
            </a:lvl6pPr>
            <a:lvl7pPr marL="2738438" indent="-201613" eaLnBrk="0" fontAlgn="base" hangingPunct="0">
              <a:spcBef>
                <a:spcPct val="0"/>
              </a:spcBef>
              <a:spcAft>
                <a:spcPct val="0"/>
              </a:spcAft>
              <a:defRPr>
                <a:solidFill>
                  <a:schemeClr val="tx1"/>
                </a:solidFill>
                <a:latin typeface="Calibri" panose="020F0502020204030204" pitchFamily="34" charset="0"/>
              </a:defRPr>
            </a:lvl7pPr>
            <a:lvl8pPr marL="3195638" indent="-201613" eaLnBrk="0" fontAlgn="base" hangingPunct="0">
              <a:spcBef>
                <a:spcPct val="0"/>
              </a:spcBef>
              <a:spcAft>
                <a:spcPct val="0"/>
              </a:spcAft>
              <a:defRPr>
                <a:solidFill>
                  <a:schemeClr val="tx1"/>
                </a:solidFill>
                <a:latin typeface="Calibri" panose="020F0502020204030204" pitchFamily="34" charset="0"/>
              </a:defRPr>
            </a:lvl8pPr>
            <a:lvl9pPr marL="3652838" indent="-201613" eaLnBrk="0" fontAlgn="base" hangingPunct="0">
              <a:spcBef>
                <a:spcPct val="0"/>
              </a:spcBef>
              <a:spcAft>
                <a:spcPct val="0"/>
              </a:spcAft>
              <a:defRPr>
                <a:solidFill>
                  <a:schemeClr val="tx1"/>
                </a:solidFill>
                <a:latin typeface="Calibri" panose="020F050202020403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DA84A4C3-E560-444D-B6E9-3D170245E994}" type="slidenum">
              <a:rPr kumimoji="0" lang="en-US" altLang="en-US" sz="1100" b="0" i="0" u="none" strike="noStrike" kern="1200" cap="none" spc="0" normalizeH="0" baseline="0" noProof="0" smtClean="0">
                <a:ln>
                  <a:noFill/>
                </a:ln>
                <a:solidFill>
                  <a:prstClr val="black"/>
                </a:solidFill>
                <a:effectLst/>
                <a:uLnTx/>
                <a:uFillTx/>
                <a:latin typeface="Calibri" panose="020F0502020204030204" pitchFamily="34"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1</a:t>
            </a:fld>
            <a:endParaRPr kumimoji="0" lang="en-US" altLang="en-US" sz="1100" b="0" i="0" u="none" strike="noStrike" kern="1200" cap="none" spc="0" normalizeH="0" baseline="0" noProof="0">
              <a:ln>
                <a:noFill/>
              </a:ln>
              <a:solidFill>
                <a:prstClr val="black"/>
              </a:solidFill>
              <a:effectLst/>
              <a:uLnTx/>
              <a:uFillTx/>
              <a:latin typeface="Calibri" panose="020F0502020204030204" pitchFamily="34" charset="0"/>
              <a:ea typeface="+mn-ea"/>
              <a:cs typeface="+mn-cs"/>
            </a:endParaRPr>
          </a:p>
        </p:txBody>
      </p:sp>
    </p:spTree>
    <p:extLst>
      <p:ext uri="{BB962C8B-B14F-4D97-AF65-F5344CB8AC3E}">
        <p14:creationId xmlns:p14="http://schemas.microsoft.com/office/powerpoint/2010/main" val="216521752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7" y="2125990"/>
            <a:ext cx="10363199" cy="430887"/>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828803" y="3840480"/>
            <a:ext cx="8534400" cy="292388"/>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5/15/2026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t>‹#›</a:t>
            </a:fld>
            <a:endParaRPr/>
          </a:p>
        </p:txBody>
      </p:sp>
    </p:spTree>
    <p:extLst>
      <p:ext uri="{BB962C8B-B14F-4D97-AF65-F5344CB8AC3E}">
        <p14:creationId xmlns:p14="http://schemas.microsoft.com/office/powerpoint/2010/main" val="495831852"/>
      </p:ext>
    </p:extLst>
  </p:cSld>
  <p:clrMapOvr>
    <a:masterClrMapping/>
  </p:clrMapOvr>
  <p:transition spd="slow">
    <p:cove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a:xfrm>
            <a:off x="489048" y="1131299"/>
            <a:ext cx="4727658" cy="364701"/>
          </a:xfrm>
        </p:spPr>
        <p:txBody>
          <a:bodyPr lIns="0" tIns="0" rIns="0" bIns="0"/>
          <a:lstStyle>
            <a:lvl1pPr>
              <a:defRPr sz="2370" b="1" i="0">
                <a:solidFill>
                  <a:srgbClr val="9E0A0F"/>
                </a:solidFill>
                <a:latin typeface="Verdana"/>
                <a:cs typeface="Verdana"/>
              </a:defRPr>
            </a:lvl1pPr>
          </a:lstStyle>
          <a:p>
            <a:endParaRPr/>
          </a:p>
        </p:txBody>
      </p:sp>
      <p:sp>
        <p:nvSpPr>
          <p:cNvPr id="3" name="Holder 3"/>
          <p:cNvSpPr>
            <a:spLocks noGrp="1"/>
          </p:cNvSpPr>
          <p:nvPr>
            <p:ph type="body" idx="1"/>
          </p:nvPr>
        </p:nvSpPr>
        <p:spPr>
          <a:xfrm>
            <a:off x="489045" y="1502489"/>
            <a:ext cx="5518980" cy="247476"/>
          </a:xfrm>
        </p:spPr>
        <p:txBody>
          <a:bodyPr lIns="0" tIns="0" rIns="0" bIns="0"/>
          <a:lstStyle>
            <a:lvl1pPr>
              <a:defRPr sz="1608" b="1" i="0">
                <a:solidFill>
                  <a:srgbClr val="9E0A0F"/>
                </a:solidFill>
                <a:latin typeface="Verdana"/>
                <a:cs typeface="Verdana"/>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5/15/2026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t>‹#›</a:t>
            </a:fld>
            <a:endParaRPr/>
          </a:p>
        </p:txBody>
      </p:sp>
    </p:spTree>
    <p:extLst>
      <p:ext uri="{BB962C8B-B14F-4D97-AF65-F5344CB8AC3E}">
        <p14:creationId xmlns:p14="http://schemas.microsoft.com/office/powerpoint/2010/main" val="864252182"/>
      </p:ext>
    </p:extLst>
  </p:cSld>
  <p:clrMapOvr>
    <a:masterClrMapping/>
  </p:clrMapOvr>
  <p:transition spd="slow">
    <p:cove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a:xfrm>
            <a:off x="489048" y="1131299"/>
            <a:ext cx="4727658" cy="364701"/>
          </a:xfrm>
        </p:spPr>
        <p:txBody>
          <a:bodyPr lIns="0" tIns="0" rIns="0" bIns="0"/>
          <a:lstStyle>
            <a:lvl1pPr>
              <a:defRPr sz="2370" b="1" i="0">
                <a:solidFill>
                  <a:srgbClr val="9E0A0F"/>
                </a:solidFill>
                <a:latin typeface="Verdana"/>
                <a:cs typeface="Verdana"/>
              </a:defRPr>
            </a:lvl1pPr>
          </a:lstStyle>
          <a:p>
            <a:endParaRPr/>
          </a:p>
        </p:txBody>
      </p:sp>
      <p:sp>
        <p:nvSpPr>
          <p:cNvPr id="3" name="Holder 3"/>
          <p:cNvSpPr>
            <a:spLocks noGrp="1"/>
          </p:cNvSpPr>
          <p:nvPr>
            <p:ph sz="half" idx="2"/>
          </p:nvPr>
        </p:nvSpPr>
        <p:spPr>
          <a:xfrm>
            <a:off x="609600" y="1577340"/>
            <a:ext cx="5303520" cy="292388"/>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2" y="1577340"/>
            <a:ext cx="5303520" cy="292388"/>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5/15/2026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t>‹#›</a:t>
            </a:fld>
            <a:endParaRPr/>
          </a:p>
        </p:txBody>
      </p:sp>
    </p:spTree>
    <p:extLst>
      <p:ext uri="{BB962C8B-B14F-4D97-AF65-F5344CB8AC3E}">
        <p14:creationId xmlns:p14="http://schemas.microsoft.com/office/powerpoint/2010/main" val="3314134542"/>
      </p:ext>
    </p:extLst>
  </p:cSld>
  <p:clrMapOvr>
    <a:masterClrMapping/>
  </p:clrMapOvr>
  <p:transition spd="slow">
    <p:cove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489048" y="1131299"/>
            <a:ext cx="4727658" cy="364701"/>
          </a:xfrm>
        </p:spPr>
        <p:txBody>
          <a:bodyPr lIns="0" tIns="0" rIns="0" bIns="0"/>
          <a:lstStyle>
            <a:lvl1pPr>
              <a:defRPr sz="2370" b="1" i="0">
                <a:solidFill>
                  <a:srgbClr val="9E0A0F"/>
                </a:solidFill>
                <a:latin typeface="Verdana"/>
                <a:cs typeface="Verdana"/>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5/15/2026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t>‹#›</a:t>
            </a:fld>
            <a:endParaRPr/>
          </a:p>
        </p:txBody>
      </p:sp>
    </p:spTree>
    <p:extLst>
      <p:ext uri="{BB962C8B-B14F-4D97-AF65-F5344CB8AC3E}">
        <p14:creationId xmlns:p14="http://schemas.microsoft.com/office/powerpoint/2010/main" val="2647492312"/>
      </p:ext>
    </p:extLst>
  </p:cSld>
  <p:clrMapOvr>
    <a:masterClrMapping/>
  </p:clrMapOvr>
  <p:transition spd="slow">
    <p:cove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5/15/2026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t>‹#›</a:t>
            </a:fld>
            <a:endParaRPr/>
          </a:p>
        </p:txBody>
      </p:sp>
    </p:spTree>
    <p:extLst>
      <p:ext uri="{BB962C8B-B14F-4D97-AF65-F5344CB8AC3E}">
        <p14:creationId xmlns:p14="http://schemas.microsoft.com/office/powerpoint/2010/main" val="20691263"/>
      </p:ext>
    </p:extLst>
  </p:cSld>
  <p:clrMapOvr>
    <a:masterClrMapping/>
  </p:clrMapOvr>
  <p:transition spd="slow">
    <p:cove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2817411"/>
            <a:ext cx="9144001" cy="692552"/>
          </a:xfrm>
        </p:spPr>
        <p:txBody>
          <a:bodyPr anchor="b"/>
          <a:lstStyle>
            <a:lvl1pPr algn="ctr">
              <a:defRPr sz="4500"/>
            </a:lvl1pPr>
          </a:lstStyle>
          <a:p>
            <a:r>
              <a:rPr lang="zh-CN" altLang="en-US"/>
              <a:t>单击此处编辑母版标题样式</a:t>
            </a:r>
          </a:p>
        </p:txBody>
      </p:sp>
      <p:sp>
        <p:nvSpPr>
          <p:cNvPr id="3" name="副标题 2"/>
          <p:cNvSpPr>
            <a:spLocks noGrp="1"/>
          </p:cNvSpPr>
          <p:nvPr>
            <p:ph type="subTitle" idx="1"/>
          </p:nvPr>
        </p:nvSpPr>
        <p:spPr>
          <a:xfrm>
            <a:off x="1524000" y="3602038"/>
            <a:ext cx="9144001" cy="277054"/>
          </a:xfrm>
        </p:spPr>
        <p:txBody>
          <a:bodyPr/>
          <a:lstStyle>
            <a:lvl1pPr marL="0" indent="0" algn="ctr">
              <a:buNone/>
              <a:defRPr sz="1800"/>
            </a:lvl1pPr>
            <a:lvl2pPr marL="342898" indent="0" algn="ctr">
              <a:buNone/>
              <a:defRPr sz="1500"/>
            </a:lvl2pPr>
            <a:lvl3pPr marL="685796" indent="0" algn="ctr">
              <a:buNone/>
              <a:defRPr sz="1350"/>
            </a:lvl3pPr>
            <a:lvl4pPr marL="1028693" indent="0" algn="ctr">
              <a:buNone/>
              <a:defRPr sz="1200"/>
            </a:lvl4pPr>
            <a:lvl5pPr marL="1371591" indent="0" algn="ctr">
              <a:buNone/>
              <a:defRPr sz="1200"/>
            </a:lvl5pPr>
            <a:lvl6pPr marL="1714489" indent="0" algn="ctr">
              <a:buNone/>
              <a:defRPr sz="1200"/>
            </a:lvl6pPr>
            <a:lvl7pPr marL="2057387" indent="0" algn="ctr">
              <a:buNone/>
              <a:defRPr sz="1200"/>
            </a:lvl7pPr>
            <a:lvl8pPr marL="2400284" indent="0" algn="ctr">
              <a:buNone/>
              <a:defRPr sz="1200"/>
            </a:lvl8pPr>
            <a:lvl9pPr marL="2743182" indent="0" algn="ctr">
              <a:buNone/>
              <a:defRPr sz="12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0F03D4B8-EBE1-49D8-B288-09D3BAB8341E}" type="datetimeFigureOut">
              <a:rPr lang="zh-CN" altLang="en-US" smtClean="0"/>
              <a:t>2026/5/15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F8A455D-95D5-41E4-A9F6-867A8246F069}" type="slidenum">
              <a:rPr lang="zh-CN" altLang="en-US" smtClean="0"/>
              <a:t>‹#›</a:t>
            </a:fld>
            <a:endParaRPr lang="zh-CN" altLang="en-US"/>
          </a:p>
        </p:txBody>
      </p:sp>
    </p:spTree>
    <p:extLst>
      <p:ext uri="{BB962C8B-B14F-4D97-AF65-F5344CB8AC3E}">
        <p14:creationId xmlns:p14="http://schemas.microsoft.com/office/powerpoint/2010/main" val="3364496591"/>
      </p:ext>
    </p:extLst>
  </p:cSld>
  <p:clrMapOvr>
    <a:masterClrMapping/>
  </p:clrMapOvr>
  <p:transition spd="slow">
    <p:cove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10" indent="0" algn="ctr">
              <a:buNone/>
              <a:defRPr sz="2000"/>
            </a:lvl2pPr>
            <a:lvl3pPr marL="914420" indent="0" algn="ctr">
              <a:buNone/>
              <a:defRPr sz="1800"/>
            </a:lvl3pPr>
            <a:lvl4pPr marL="1371629" indent="0" algn="ctr">
              <a:buNone/>
              <a:defRPr sz="1600"/>
            </a:lvl4pPr>
            <a:lvl5pPr marL="1828839" indent="0" algn="ctr">
              <a:buNone/>
              <a:defRPr sz="1600"/>
            </a:lvl5pPr>
            <a:lvl6pPr marL="2286049" indent="0" algn="ctr">
              <a:buNone/>
              <a:defRPr sz="1600"/>
            </a:lvl6pPr>
            <a:lvl7pPr marL="2743259" indent="0" algn="ctr">
              <a:buNone/>
              <a:defRPr sz="1600"/>
            </a:lvl7pPr>
            <a:lvl8pPr marL="3200469" indent="0" algn="ctr">
              <a:buNone/>
              <a:defRPr sz="1600"/>
            </a:lvl8pPr>
            <a:lvl9pPr marL="3657679"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0F03D4B8-EBE1-49D8-B288-09D3BAB8341E}" type="datetimeFigureOut">
              <a:rPr lang="zh-CN" altLang="en-US" smtClean="0"/>
              <a:t>2026/5/15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F8A455D-95D5-41E4-A9F6-867A8246F069}" type="slidenum">
              <a:rPr lang="zh-CN" altLang="en-US" smtClean="0"/>
              <a:t>‹#›</a:t>
            </a:fld>
            <a:endParaRPr lang="zh-CN" altLang="en-US"/>
          </a:p>
        </p:txBody>
      </p:sp>
    </p:spTree>
    <p:extLst>
      <p:ext uri="{BB962C8B-B14F-4D97-AF65-F5344CB8AC3E}">
        <p14:creationId xmlns:p14="http://schemas.microsoft.com/office/powerpoint/2010/main" val="2328506922"/>
      </p:ext>
    </p:extLst>
  </p:cSld>
  <p:clrMapOvr>
    <a:masterClrMapping/>
  </p:clrMapOvr>
  <p:transition spd="slow">
    <p:cove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hasCustomPrompt="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0F03D4B8-EBE1-49D8-B288-09D3BAB8341E}" type="datetimeFigureOut">
              <a:rPr lang="zh-CN" altLang="en-US" smtClean="0"/>
              <a:t>2026/5/15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F8A455D-95D5-41E4-A9F6-867A8246F069}" type="slidenum">
              <a:rPr lang="zh-CN" altLang="en-US" smtClean="0"/>
              <a:t>‹#›</a:t>
            </a:fld>
            <a:endParaRPr lang="zh-CN" altLang="en-US"/>
          </a:p>
        </p:txBody>
      </p:sp>
    </p:spTree>
    <p:extLst>
      <p:ext uri="{BB962C8B-B14F-4D97-AF65-F5344CB8AC3E}">
        <p14:creationId xmlns:p14="http://schemas.microsoft.com/office/powerpoint/2010/main" val="585375984"/>
      </p:ext>
    </p:extLst>
  </p:cSld>
  <p:clrMapOvr>
    <a:masterClrMapping/>
  </p:clrMapOvr>
  <p:transition spd="slow">
    <p:cove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hasCustomPrompt="1"/>
          </p:nvPr>
        </p:nvSpPr>
        <p:spPr>
          <a:xfrm>
            <a:off x="831850" y="4589464"/>
            <a:ext cx="10515600" cy="1500187"/>
          </a:xfrm>
        </p:spPr>
        <p:txBody>
          <a:bodyPr/>
          <a:lstStyle>
            <a:lvl1pPr marL="0" indent="0">
              <a:buNone/>
              <a:defRPr sz="2400">
                <a:solidFill>
                  <a:schemeClr val="tx1">
                    <a:tint val="75000"/>
                  </a:schemeClr>
                </a:solidFill>
              </a:defRPr>
            </a:lvl1pPr>
            <a:lvl2pPr marL="457210" indent="0">
              <a:buNone/>
              <a:defRPr sz="2000">
                <a:solidFill>
                  <a:schemeClr val="tx1">
                    <a:tint val="75000"/>
                  </a:schemeClr>
                </a:solidFill>
              </a:defRPr>
            </a:lvl2pPr>
            <a:lvl3pPr marL="914420" indent="0">
              <a:buNone/>
              <a:defRPr sz="1800">
                <a:solidFill>
                  <a:schemeClr val="tx1">
                    <a:tint val="75000"/>
                  </a:schemeClr>
                </a:solidFill>
              </a:defRPr>
            </a:lvl3pPr>
            <a:lvl4pPr marL="1371629" indent="0">
              <a:buNone/>
              <a:defRPr sz="1600">
                <a:solidFill>
                  <a:schemeClr val="tx1">
                    <a:tint val="75000"/>
                  </a:schemeClr>
                </a:solidFill>
              </a:defRPr>
            </a:lvl4pPr>
            <a:lvl5pPr marL="1828839" indent="0">
              <a:buNone/>
              <a:defRPr sz="1600">
                <a:solidFill>
                  <a:schemeClr val="tx1">
                    <a:tint val="75000"/>
                  </a:schemeClr>
                </a:solidFill>
              </a:defRPr>
            </a:lvl5pPr>
            <a:lvl6pPr marL="2286049" indent="0">
              <a:buNone/>
              <a:defRPr sz="1600">
                <a:solidFill>
                  <a:schemeClr val="tx1">
                    <a:tint val="75000"/>
                  </a:schemeClr>
                </a:solidFill>
              </a:defRPr>
            </a:lvl6pPr>
            <a:lvl7pPr marL="2743259" indent="0">
              <a:buNone/>
              <a:defRPr sz="1600">
                <a:solidFill>
                  <a:schemeClr val="tx1">
                    <a:tint val="75000"/>
                  </a:schemeClr>
                </a:solidFill>
              </a:defRPr>
            </a:lvl7pPr>
            <a:lvl8pPr marL="3200469" indent="0">
              <a:buNone/>
              <a:defRPr sz="1600">
                <a:solidFill>
                  <a:schemeClr val="tx1">
                    <a:tint val="75000"/>
                  </a:schemeClr>
                </a:solidFill>
              </a:defRPr>
            </a:lvl8pPr>
            <a:lvl9pPr marL="3657679" indent="0">
              <a:buNone/>
              <a:defRPr sz="1600">
                <a:solidFill>
                  <a:schemeClr val="tx1">
                    <a:tint val="75000"/>
                  </a:schemeClr>
                </a:solidFill>
              </a:defRPr>
            </a:lvl9pPr>
          </a:lstStyle>
          <a:p>
            <a:pPr lvl="0"/>
            <a:r>
              <a:rPr lang="zh-CN" altLang="en-US"/>
              <a:t>编辑母版文本样式</a:t>
            </a:r>
          </a:p>
        </p:txBody>
      </p:sp>
      <p:sp>
        <p:nvSpPr>
          <p:cNvPr id="4" name="日期占位符 3"/>
          <p:cNvSpPr>
            <a:spLocks noGrp="1"/>
          </p:cNvSpPr>
          <p:nvPr>
            <p:ph type="dt" sz="half" idx="10"/>
          </p:nvPr>
        </p:nvSpPr>
        <p:spPr/>
        <p:txBody>
          <a:bodyPr/>
          <a:lstStyle/>
          <a:p>
            <a:fld id="{0F03D4B8-EBE1-49D8-B288-09D3BAB8341E}" type="datetimeFigureOut">
              <a:rPr lang="zh-CN" altLang="en-US" smtClean="0"/>
              <a:t>2026/5/15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F8A455D-95D5-41E4-A9F6-867A8246F069}" type="slidenum">
              <a:rPr lang="zh-CN" altLang="en-US" smtClean="0"/>
              <a:t>‹#›</a:t>
            </a:fld>
            <a:endParaRPr lang="zh-CN" altLang="en-US"/>
          </a:p>
        </p:txBody>
      </p:sp>
    </p:spTree>
    <p:extLst>
      <p:ext uri="{BB962C8B-B14F-4D97-AF65-F5344CB8AC3E}">
        <p14:creationId xmlns:p14="http://schemas.microsoft.com/office/powerpoint/2010/main" val="263491990"/>
      </p:ext>
    </p:extLst>
  </p:cSld>
  <p:clrMapOvr>
    <a:masterClrMapping/>
  </p:clrMapOvr>
  <p:transition spd="slow">
    <p:cove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hasCustomPrompt="1"/>
          </p:nvPr>
        </p:nvSpPr>
        <p:spPr>
          <a:xfrm>
            <a:off x="838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hasCustomPrompt="1"/>
          </p:nvPr>
        </p:nvSpPr>
        <p:spPr>
          <a:xfrm>
            <a:off x="6172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0F03D4B8-EBE1-49D8-B288-09D3BAB8341E}" type="datetimeFigureOut">
              <a:rPr lang="zh-CN" altLang="en-US" smtClean="0"/>
              <a:t>2026/5/15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2F8A455D-95D5-41E4-A9F6-867A8246F069}" type="slidenum">
              <a:rPr lang="zh-CN" altLang="en-US" smtClean="0"/>
              <a:t>‹#›</a:t>
            </a:fld>
            <a:endParaRPr lang="zh-CN" altLang="en-US"/>
          </a:p>
        </p:txBody>
      </p:sp>
    </p:spTree>
    <p:extLst>
      <p:ext uri="{BB962C8B-B14F-4D97-AF65-F5344CB8AC3E}">
        <p14:creationId xmlns:p14="http://schemas.microsoft.com/office/powerpoint/2010/main" val="60585275"/>
      </p:ext>
    </p:extLst>
  </p:cSld>
  <p:clrMapOvr>
    <a:masterClrMapping/>
  </p:clrMapOvr>
  <p:transition spd="slow">
    <p:cove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hasCustomPrompt="1"/>
          </p:nvPr>
        </p:nvSpPr>
        <p:spPr>
          <a:xfrm>
            <a:off x="839789" y="1681164"/>
            <a:ext cx="5157787" cy="823912"/>
          </a:xfrm>
        </p:spPr>
        <p:txBody>
          <a:bodyPr anchor="b"/>
          <a:lstStyle>
            <a:lvl1pPr marL="0" indent="0">
              <a:buNone/>
              <a:defRPr sz="2400" b="1"/>
            </a:lvl1pPr>
            <a:lvl2pPr marL="457210" indent="0">
              <a:buNone/>
              <a:defRPr sz="2000" b="1"/>
            </a:lvl2pPr>
            <a:lvl3pPr marL="914420" indent="0">
              <a:buNone/>
              <a:defRPr sz="1800" b="1"/>
            </a:lvl3pPr>
            <a:lvl4pPr marL="1371629" indent="0">
              <a:buNone/>
              <a:defRPr sz="1600" b="1"/>
            </a:lvl4pPr>
            <a:lvl5pPr marL="1828839" indent="0">
              <a:buNone/>
              <a:defRPr sz="1600" b="1"/>
            </a:lvl5pPr>
            <a:lvl6pPr marL="2286049" indent="0">
              <a:buNone/>
              <a:defRPr sz="1600" b="1"/>
            </a:lvl6pPr>
            <a:lvl7pPr marL="2743259" indent="0">
              <a:buNone/>
              <a:defRPr sz="1600" b="1"/>
            </a:lvl7pPr>
            <a:lvl8pPr marL="3200469" indent="0">
              <a:buNone/>
              <a:defRPr sz="1600" b="1"/>
            </a:lvl8pPr>
            <a:lvl9pPr marL="3657679" indent="0">
              <a:buNone/>
              <a:defRPr sz="1600" b="1"/>
            </a:lvl9pPr>
          </a:lstStyle>
          <a:p>
            <a:pPr lvl="0"/>
            <a:r>
              <a:rPr lang="zh-CN" altLang="en-US"/>
              <a:t>编辑母版文本样式</a:t>
            </a:r>
          </a:p>
        </p:txBody>
      </p:sp>
      <p:sp>
        <p:nvSpPr>
          <p:cNvPr id="4" name="内容占位符 3"/>
          <p:cNvSpPr>
            <a:spLocks noGrp="1"/>
          </p:cNvSpPr>
          <p:nvPr>
            <p:ph sz="half" idx="2" hasCustomPrompt="1"/>
          </p:nvPr>
        </p:nvSpPr>
        <p:spPr>
          <a:xfrm>
            <a:off x="839789" y="2505075"/>
            <a:ext cx="515778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hasCustomPrompt="1"/>
          </p:nvPr>
        </p:nvSpPr>
        <p:spPr>
          <a:xfrm>
            <a:off x="6172200" y="1681164"/>
            <a:ext cx="5183188" cy="823912"/>
          </a:xfrm>
        </p:spPr>
        <p:txBody>
          <a:bodyPr anchor="b"/>
          <a:lstStyle>
            <a:lvl1pPr marL="0" indent="0">
              <a:buNone/>
              <a:defRPr sz="2400" b="1"/>
            </a:lvl1pPr>
            <a:lvl2pPr marL="457210" indent="0">
              <a:buNone/>
              <a:defRPr sz="2000" b="1"/>
            </a:lvl2pPr>
            <a:lvl3pPr marL="914420" indent="0">
              <a:buNone/>
              <a:defRPr sz="1800" b="1"/>
            </a:lvl3pPr>
            <a:lvl4pPr marL="1371629" indent="0">
              <a:buNone/>
              <a:defRPr sz="1600" b="1"/>
            </a:lvl4pPr>
            <a:lvl5pPr marL="1828839" indent="0">
              <a:buNone/>
              <a:defRPr sz="1600" b="1"/>
            </a:lvl5pPr>
            <a:lvl6pPr marL="2286049" indent="0">
              <a:buNone/>
              <a:defRPr sz="1600" b="1"/>
            </a:lvl6pPr>
            <a:lvl7pPr marL="2743259" indent="0">
              <a:buNone/>
              <a:defRPr sz="1600" b="1"/>
            </a:lvl7pPr>
            <a:lvl8pPr marL="3200469" indent="0">
              <a:buNone/>
              <a:defRPr sz="1600" b="1"/>
            </a:lvl8pPr>
            <a:lvl9pPr marL="3657679" indent="0">
              <a:buNone/>
              <a:defRPr sz="1600" b="1"/>
            </a:lvl9pPr>
          </a:lstStyle>
          <a:p>
            <a:pPr lvl="0"/>
            <a:r>
              <a:rPr lang="zh-CN" altLang="en-US"/>
              <a:t>编辑母版文本样式</a:t>
            </a:r>
          </a:p>
        </p:txBody>
      </p:sp>
      <p:sp>
        <p:nvSpPr>
          <p:cNvPr id="6" name="内容占位符 5"/>
          <p:cNvSpPr>
            <a:spLocks noGrp="1"/>
          </p:cNvSpPr>
          <p:nvPr>
            <p:ph sz="quarter" idx="4" hasCustomPrompt="1"/>
          </p:nvPr>
        </p:nvSpPr>
        <p:spPr>
          <a:xfrm>
            <a:off x="6172200" y="2505075"/>
            <a:ext cx="51831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0F03D4B8-EBE1-49D8-B288-09D3BAB8341E}" type="datetimeFigureOut">
              <a:rPr lang="zh-CN" altLang="en-US" smtClean="0"/>
              <a:t>2026/5/15</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2F8A455D-95D5-41E4-A9F6-867A8246F069}" type="slidenum">
              <a:rPr lang="zh-CN" altLang="en-US" smtClean="0"/>
              <a:t>‹#›</a:t>
            </a:fld>
            <a:endParaRPr lang="zh-CN" altLang="en-US"/>
          </a:p>
        </p:txBody>
      </p:sp>
    </p:spTree>
    <p:extLst>
      <p:ext uri="{BB962C8B-B14F-4D97-AF65-F5344CB8AC3E}">
        <p14:creationId xmlns:p14="http://schemas.microsoft.com/office/powerpoint/2010/main" val="3872831171"/>
      </p:ext>
    </p:extLst>
  </p:cSld>
  <p:clrMapOvr>
    <a:masterClrMapping/>
  </p:clrMapOvr>
  <p:transition spd="slow">
    <p:cove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0F03D4B8-EBE1-49D8-B288-09D3BAB8341E}" type="datetimeFigureOut">
              <a:rPr lang="zh-CN" altLang="en-US" smtClean="0"/>
              <a:t>2026/5/15</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2F8A455D-95D5-41E4-A9F6-867A8246F069}" type="slidenum">
              <a:rPr lang="zh-CN" altLang="en-US" smtClean="0"/>
              <a:t>‹#›</a:t>
            </a:fld>
            <a:endParaRPr lang="zh-CN" altLang="en-US"/>
          </a:p>
        </p:txBody>
      </p:sp>
    </p:spTree>
    <p:extLst>
      <p:ext uri="{BB962C8B-B14F-4D97-AF65-F5344CB8AC3E}">
        <p14:creationId xmlns:p14="http://schemas.microsoft.com/office/powerpoint/2010/main" val="1759944190"/>
      </p:ext>
    </p:extLst>
  </p:cSld>
  <p:clrMapOvr>
    <a:masterClrMapping/>
  </p:clrMapOvr>
  <p:transition spd="slow">
    <p:cove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F03D4B8-EBE1-49D8-B288-09D3BAB8341E}" type="datetimeFigureOut">
              <a:rPr lang="zh-CN" altLang="en-US" smtClean="0"/>
              <a:t>2026/5/15</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2F8A455D-95D5-41E4-A9F6-867A8246F069}" type="slidenum">
              <a:rPr lang="zh-CN" altLang="en-US" smtClean="0"/>
              <a:t>‹#›</a:t>
            </a:fld>
            <a:endParaRPr lang="zh-CN" altLang="en-US"/>
          </a:p>
        </p:txBody>
      </p:sp>
    </p:spTree>
    <p:extLst>
      <p:ext uri="{BB962C8B-B14F-4D97-AF65-F5344CB8AC3E}">
        <p14:creationId xmlns:p14="http://schemas.microsoft.com/office/powerpoint/2010/main" val="3514191933"/>
      </p:ext>
    </p:extLst>
  </p:cSld>
  <p:clrMapOvr>
    <a:masterClrMapping/>
  </p:clrMapOvr>
  <p:transition spd="slow">
    <p:cove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9"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hasCustomPrompt="1"/>
          </p:nvPr>
        </p:nvSpPr>
        <p:spPr>
          <a:xfrm>
            <a:off x="5183188" y="987426"/>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hasCustomPrompt="1"/>
          </p:nvPr>
        </p:nvSpPr>
        <p:spPr>
          <a:xfrm>
            <a:off x="839789" y="2057401"/>
            <a:ext cx="3932237" cy="3811588"/>
          </a:xfrm>
        </p:spPr>
        <p:txBody>
          <a:bodyPr/>
          <a:lstStyle>
            <a:lvl1pPr marL="0" indent="0">
              <a:buNone/>
              <a:defRPr sz="1600"/>
            </a:lvl1pPr>
            <a:lvl2pPr marL="457210" indent="0">
              <a:buNone/>
              <a:defRPr sz="1400"/>
            </a:lvl2pPr>
            <a:lvl3pPr marL="914420" indent="0">
              <a:buNone/>
              <a:defRPr sz="1200"/>
            </a:lvl3pPr>
            <a:lvl4pPr marL="1371629" indent="0">
              <a:buNone/>
              <a:defRPr sz="1000"/>
            </a:lvl4pPr>
            <a:lvl5pPr marL="1828839" indent="0">
              <a:buNone/>
              <a:defRPr sz="1000"/>
            </a:lvl5pPr>
            <a:lvl6pPr marL="2286049" indent="0">
              <a:buNone/>
              <a:defRPr sz="1000"/>
            </a:lvl6pPr>
            <a:lvl7pPr marL="2743259" indent="0">
              <a:buNone/>
              <a:defRPr sz="1000"/>
            </a:lvl7pPr>
            <a:lvl8pPr marL="3200469" indent="0">
              <a:buNone/>
              <a:defRPr sz="1000"/>
            </a:lvl8pPr>
            <a:lvl9pPr marL="3657679"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0F03D4B8-EBE1-49D8-B288-09D3BAB8341E}" type="datetimeFigureOut">
              <a:rPr lang="zh-CN" altLang="en-US" smtClean="0"/>
              <a:t>2026/5/15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2F8A455D-95D5-41E4-A9F6-867A8246F069}" type="slidenum">
              <a:rPr lang="zh-CN" altLang="en-US" smtClean="0"/>
              <a:t>‹#›</a:t>
            </a:fld>
            <a:endParaRPr lang="zh-CN" altLang="en-US"/>
          </a:p>
        </p:txBody>
      </p:sp>
    </p:spTree>
    <p:extLst>
      <p:ext uri="{BB962C8B-B14F-4D97-AF65-F5344CB8AC3E}">
        <p14:creationId xmlns:p14="http://schemas.microsoft.com/office/powerpoint/2010/main" val="3715657555"/>
      </p:ext>
    </p:extLst>
  </p:cSld>
  <p:clrMapOvr>
    <a:masterClrMapping/>
  </p:clrMapOvr>
  <p:transition spd="slow">
    <p:cove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9"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6"/>
            <a:ext cx="6172200" cy="4873625"/>
          </a:xfrm>
        </p:spPr>
        <p:txBody>
          <a:bodyPr/>
          <a:lstStyle>
            <a:lvl1pPr marL="0" indent="0">
              <a:buNone/>
              <a:defRPr sz="3200"/>
            </a:lvl1pPr>
            <a:lvl2pPr marL="457210" indent="0">
              <a:buNone/>
              <a:defRPr sz="2800"/>
            </a:lvl2pPr>
            <a:lvl3pPr marL="914420" indent="0">
              <a:buNone/>
              <a:defRPr sz="2400"/>
            </a:lvl3pPr>
            <a:lvl4pPr marL="1371629" indent="0">
              <a:buNone/>
              <a:defRPr sz="2000"/>
            </a:lvl4pPr>
            <a:lvl5pPr marL="1828839" indent="0">
              <a:buNone/>
              <a:defRPr sz="2000"/>
            </a:lvl5pPr>
            <a:lvl6pPr marL="2286049" indent="0">
              <a:buNone/>
              <a:defRPr sz="2000"/>
            </a:lvl6pPr>
            <a:lvl7pPr marL="2743259" indent="0">
              <a:buNone/>
              <a:defRPr sz="2000"/>
            </a:lvl7pPr>
            <a:lvl8pPr marL="3200469" indent="0">
              <a:buNone/>
              <a:defRPr sz="2000"/>
            </a:lvl8pPr>
            <a:lvl9pPr marL="3657679" indent="0">
              <a:buNone/>
              <a:defRPr sz="2000"/>
            </a:lvl9pPr>
          </a:lstStyle>
          <a:p>
            <a:endParaRPr lang="zh-CN" altLang="en-US"/>
          </a:p>
        </p:txBody>
      </p:sp>
      <p:sp>
        <p:nvSpPr>
          <p:cNvPr id="4" name="文本占位符 3"/>
          <p:cNvSpPr>
            <a:spLocks noGrp="1"/>
          </p:cNvSpPr>
          <p:nvPr>
            <p:ph type="body" sz="half" idx="2" hasCustomPrompt="1"/>
          </p:nvPr>
        </p:nvSpPr>
        <p:spPr>
          <a:xfrm>
            <a:off x="839789" y="2057401"/>
            <a:ext cx="3932237" cy="3811588"/>
          </a:xfrm>
        </p:spPr>
        <p:txBody>
          <a:bodyPr/>
          <a:lstStyle>
            <a:lvl1pPr marL="0" indent="0">
              <a:buNone/>
              <a:defRPr sz="1600"/>
            </a:lvl1pPr>
            <a:lvl2pPr marL="457210" indent="0">
              <a:buNone/>
              <a:defRPr sz="1400"/>
            </a:lvl2pPr>
            <a:lvl3pPr marL="914420" indent="0">
              <a:buNone/>
              <a:defRPr sz="1200"/>
            </a:lvl3pPr>
            <a:lvl4pPr marL="1371629" indent="0">
              <a:buNone/>
              <a:defRPr sz="1000"/>
            </a:lvl4pPr>
            <a:lvl5pPr marL="1828839" indent="0">
              <a:buNone/>
              <a:defRPr sz="1000"/>
            </a:lvl5pPr>
            <a:lvl6pPr marL="2286049" indent="0">
              <a:buNone/>
              <a:defRPr sz="1000"/>
            </a:lvl6pPr>
            <a:lvl7pPr marL="2743259" indent="0">
              <a:buNone/>
              <a:defRPr sz="1000"/>
            </a:lvl7pPr>
            <a:lvl8pPr marL="3200469" indent="0">
              <a:buNone/>
              <a:defRPr sz="1000"/>
            </a:lvl8pPr>
            <a:lvl9pPr marL="3657679"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0F03D4B8-EBE1-49D8-B288-09D3BAB8341E}" type="datetimeFigureOut">
              <a:rPr lang="zh-CN" altLang="en-US" smtClean="0"/>
              <a:t>2026/5/15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2F8A455D-95D5-41E4-A9F6-867A8246F069}" type="slidenum">
              <a:rPr lang="zh-CN" altLang="en-US" smtClean="0"/>
              <a:t>‹#›</a:t>
            </a:fld>
            <a:endParaRPr lang="zh-CN" altLang="en-US"/>
          </a:p>
        </p:txBody>
      </p:sp>
    </p:spTree>
    <p:extLst>
      <p:ext uri="{BB962C8B-B14F-4D97-AF65-F5344CB8AC3E}">
        <p14:creationId xmlns:p14="http://schemas.microsoft.com/office/powerpoint/2010/main" val="141943445"/>
      </p:ext>
    </p:extLst>
  </p:cSld>
  <p:clrMapOvr>
    <a:masterClrMapping/>
  </p:clrMapOvr>
  <p:transition spd="slow">
    <p:cove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hasCustomPrompt="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0F03D4B8-EBE1-49D8-B288-09D3BAB8341E}" type="datetimeFigureOut">
              <a:rPr lang="zh-CN" altLang="en-US" smtClean="0"/>
              <a:t>2026/5/15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F8A455D-95D5-41E4-A9F6-867A8246F069}" type="slidenum">
              <a:rPr lang="zh-CN" altLang="en-US" smtClean="0"/>
              <a:t>‹#›</a:t>
            </a:fld>
            <a:endParaRPr lang="zh-CN" altLang="en-US"/>
          </a:p>
        </p:txBody>
      </p:sp>
    </p:spTree>
    <p:extLst>
      <p:ext uri="{BB962C8B-B14F-4D97-AF65-F5344CB8AC3E}">
        <p14:creationId xmlns:p14="http://schemas.microsoft.com/office/powerpoint/2010/main" val="1294934333"/>
      </p:ext>
    </p:extLst>
  </p:cSld>
  <p:clrMapOvr>
    <a:masterClrMapping/>
  </p:clrMapOvr>
  <p:transition spd="slow">
    <p:cover/>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hasCustomPrompt="1"/>
          </p:nvPr>
        </p:nvSpPr>
        <p:spPr>
          <a:xfrm>
            <a:off x="838200" y="365125"/>
            <a:ext cx="7734300"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0F03D4B8-EBE1-49D8-B288-09D3BAB8341E}" type="datetimeFigureOut">
              <a:rPr lang="zh-CN" altLang="en-US" smtClean="0"/>
              <a:t>2026/5/15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F8A455D-95D5-41E4-A9F6-867A8246F069}" type="slidenum">
              <a:rPr lang="zh-CN" altLang="en-US" smtClean="0"/>
              <a:t>‹#›</a:t>
            </a:fld>
            <a:endParaRPr lang="zh-CN" altLang="en-US"/>
          </a:p>
        </p:txBody>
      </p:sp>
    </p:spTree>
    <p:extLst>
      <p:ext uri="{BB962C8B-B14F-4D97-AF65-F5344CB8AC3E}">
        <p14:creationId xmlns:p14="http://schemas.microsoft.com/office/powerpoint/2010/main" val="1297315154"/>
      </p:ext>
    </p:extLst>
  </p:cSld>
  <p:clrMapOvr>
    <a:masterClrMapping/>
  </p:clrMapOvr>
  <p:transition spd="slow">
    <p:cover/>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430887"/>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828800" y="3840480"/>
            <a:ext cx="8534400" cy="292388"/>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5/15/2026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2696221622"/>
      </p:ext>
    </p:extLst>
  </p:cSld>
  <p:clrMapOvr>
    <a:masterClrMapping/>
  </p:clrMapOvr>
  <p:transition spd="slow">
    <p:cover/>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a:xfrm>
            <a:off x="489046" y="1131291"/>
            <a:ext cx="4727658" cy="491315"/>
          </a:xfrm>
        </p:spPr>
        <p:txBody>
          <a:bodyPr lIns="0" tIns="0" rIns="0" bIns="0"/>
          <a:lstStyle>
            <a:lvl1pPr>
              <a:defRPr sz="3193" b="1" i="0">
                <a:solidFill>
                  <a:srgbClr val="9E0A0F"/>
                </a:solidFill>
                <a:latin typeface="Verdana"/>
                <a:cs typeface="Verdana"/>
              </a:defRPr>
            </a:lvl1pPr>
          </a:lstStyle>
          <a:p>
            <a:endParaRPr/>
          </a:p>
        </p:txBody>
      </p:sp>
      <p:sp>
        <p:nvSpPr>
          <p:cNvPr id="3" name="Holder 3"/>
          <p:cNvSpPr>
            <a:spLocks noGrp="1"/>
          </p:cNvSpPr>
          <p:nvPr>
            <p:ph type="body" idx="1"/>
          </p:nvPr>
        </p:nvSpPr>
        <p:spPr>
          <a:xfrm>
            <a:off x="489045" y="1502488"/>
            <a:ext cx="5518980" cy="333332"/>
          </a:xfrm>
        </p:spPr>
        <p:txBody>
          <a:bodyPr lIns="0" tIns="0" rIns="0" bIns="0"/>
          <a:lstStyle>
            <a:lvl1pPr>
              <a:defRPr sz="2166" b="1" i="0">
                <a:solidFill>
                  <a:srgbClr val="9E0A0F"/>
                </a:solidFill>
                <a:latin typeface="Verdana"/>
                <a:cs typeface="Verdana"/>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5/15/2026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3057536989"/>
      </p:ext>
    </p:extLst>
  </p:cSld>
  <p:clrMapOvr>
    <a:masterClrMapping/>
  </p:clrMapOvr>
  <p:transition spd="slow">
    <p:cover/>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a:xfrm>
            <a:off x="489046" y="1131291"/>
            <a:ext cx="4727658" cy="491315"/>
          </a:xfrm>
        </p:spPr>
        <p:txBody>
          <a:bodyPr lIns="0" tIns="0" rIns="0" bIns="0"/>
          <a:lstStyle>
            <a:lvl1pPr>
              <a:defRPr sz="3193" b="1" i="0">
                <a:solidFill>
                  <a:srgbClr val="9E0A0F"/>
                </a:solidFill>
                <a:latin typeface="Verdana"/>
                <a:cs typeface="Verdana"/>
              </a:defRPr>
            </a:lvl1pPr>
          </a:lstStyle>
          <a:p>
            <a:endParaRPr/>
          </a:p>
        </p:txBody>
      </p:sp>
      <p:sp>
        <p:nvSpPr>
          <p:cNvPr id="3" name="Holder 3"/>
          <p:cNvSpPr>
            <a:spLocks noGrp="1"/>
          </p:cNvSpPr>
          <p:nvPr>
            <p:ph sz="half" idx="2"/>
          </p:nvPr>
        </p:nvSpPr>
        <p:spPr>
          <a:xfrm>
            <a:off x="609600" y="1577340"/>
            <a:ext cx="5303520" cy="292388"/>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1" y="1577340"/>
            <a:ext cx="5303520" cy="292388"/>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5/15/2026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3176011065"/>
      </p:ext>
    </p:extLst>
  </p:cSld>
  <p:clrMapOvr>
    <a:masterClrMapping/>
  </p:clrMapOvr>
  <p:transition spd="slow">
    <p:cover/>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489046" y="1131291"/>
            <a:ext cx="4727658" cy="491315"/>
          </a:xfrm>
        </p:spPr>
        <p:txBody>
          <a:bodyPr lIns="0" tIns="0" rIns="0" bIns="0"/>
          <a:lstStyle>
            <a:lvl1pPr>
              <a:defRPr sz="3193" b="1" i="0">
                <a:solidFill>
                  <a:srgbClr val="9E0A0F"/>
                </a:solidFill>
                <a:latin typeface="Verdana"/>
                <a:cs typeface="Verdana"/>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5/15/2026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554932756"/>
      </p:ext>
    </p:extLst>
  </p:cSld>
  <p:clrMapOvr>
    <a:masterClrMapping/>
  </p:clrMapOvr>
  <p:transition spd="slow">
    <p:cover/>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5/15/2026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1270338136"/>
      </p:ext>
    </p:extLst>
  </p:cSld>
  <p:clrMapOvr>
    <a:masterClrMapping/>
  </p:clrMapOvr>
  <p:transition spd="slow">
    <p:cover/>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276999"/>
          </a:xfrm>
          <a:prstGeom prst="rect">
            <a:avLst/>
          </a:prstGeom>
        </p:spPr>
        <p:txBody>
          <a:bodyPr/>
          <a:lstStyle>
            <a:lvl1pPr>
              <a:defRPr/>
            </a:lvl1pPr>
          </a:lstStyle>
          <a:p>
            <a:endParaRPr/>
          </a:p>
        </p:txBody>
      </p:sp>
      <p:sp>
        <p:nvSpPr>
          <p:cNvPr id="3" name="Holder 3"/>
          <p:cNvSpPr>
            <a:spLocks noGrp="1"/>
          </p:cNvSpPr>
          <p:nvPr>
            <p:ph type="subTitle" idx="4"/>
          </p:nvPr>
        </p:nvSpPr>
        <p:spPr>
          <a:xfrm>
            <a:off x="1828800" y="3840480"/>
            <a:ext cx="8534400" cy="276999"/>
          </a:xfrm>
          <a:prstGeom prst="rect">
            <a:avLst/>
          </a:prstGeom>
        </p:spPr>
        <p:txBody>
          <a:bodyPr/>
          <a:lstStyle>
            <a:lvl1pPr>
              <a:defRPr/>
            </a:lvl1pPr>
          </a:lstStyle>
          <a:p>
            <a:endParaRPr/>
          </a:p>
        </p:txBody>
      </p:sp>
      <p:sp>
        <p:nvSpPr>
          <p:cNvPr id="4" name="Holder 4">
            <a:extLst>
              <a:ext uri="{FF2B5EF4-FFF2-40B4-BE49-F238E27FC236}">
                <a16:creationId xmlns:a16="http://schemas.microsoft.com/office/drawing/2014/main" id="{082AF422-66E4-4E5F-A539-2590E840F742}"/>
              </a:ext>
            </a:extLst>
          </p:cNvPr>
          <p:cNvSpPr>
            <a:spLocks noGrp="1"/>
          </p:cNvSpPr>
          <p:nvPr>
            <p:ph type="ftr" sz="quarter" idx="10"/>
          </p:nvPr>
        </p:nvSpPr>
        <p:spPr/>
        <p:txBody>
          <a:bodyPr/>
          <a:lstStyle>
            <a:lvl1pPr>
              <a:defRPr/>
            </a:lvl1pPr>
          </a:lstStyle>
          <a:p>
            <a:pPr>
              <a:defRPr/>
            </a:pPr>
            <a:endParaRPr/>
          </a:p>
        </p:txBody>
      </p:sp>
      <p:sp>
        <p:nvSpPr>
          <p:cNvPr id="5" name="Holder 5">
            <a:extLst>
              <a:ext uri="{FF2B5EF4-FFF2-40B4-BE49-F238E27FC236}">
                <a16:creationId xmlns:a16="http://schemas.microsoft.com/office/drawing/2014/main" id="{3B740087-7299-42F9-8C3F-63A0AC7EB9EC}"/>
              </a:ext>
            </a:extLst>
          </p:cNvPr>
          <p:cNvSpPr>
            <a:spLocks noGrp="1"/>
          </p:cNvSpPr>
          <p:nvPr>
            <p:ph type="dt" sz="half" idx="11"/>
          </p:nvPr>
        </p:nvSpPr>
        <p:spPr/>
        <p:txBody>
          <a:bodyPr/>
          <a:lstStyle>
            <a:lvl1pPr>
              <a:defRPr/>
            </a:lvl1pPr>
          </a:lstStyle>
          <a:p>
            <a:pPr>
              <a:defRPr/>
            </a:pPr>
            <a:fld id="{F87B7A4C-2066-45A8-B282-CB34F18F552F}" type="datetimeFigureOut">
              <a:rPr lang="en-US"/>
              <a:pPr>
                <a:defRPr/>
              </a:pPr>
              <a:t>5/15/2026</a:t>
            </a:fld>
            <a:endParaRPr lang="en-US"/>
          </a:p>
        </p:txBody>
      </p:sp>
      <p:sp>
        <p:nvSpPr>
          <p:cNvPr id="6" name="Holder 6">
            <a:extLst>
              <a:ext uri="{FF2B5EF4-FFF2-40B4-BE49-F238E27FC236}">
                <a16:creationId xmlns:a16="http://schemas.microsoft.com/office/drawing/2014/main" id="{1DB78D6C-0372-49C7-BBD7-03A297438342}"/>
              </a:ext>
            </a:extLst>
          </p:cNvPr>
          <p:cNvSpPr>
            <a:spLocks noGrp="1"/>
          </p:cNvSpPr>
          <p:nvPr>
            <p:ph type="sldNum" sz="quarter" idx="12"/>
          </p:nvPr>
        </p:nvSpPr>
        <p:spPr/>
        <p:txBody>
          <a:bodyPr/>
          <a:lstStyle>
            <a:lvl1pPr>
              <a:defRPr/>
            </a:lvl1pPr>
          </a:lstStyle>
          <a:p>
            <a:pPr>
              <a:defRPr/>
            </a:pPr>
            <a:fld id="{A3196CA0-94DA-4107-ABE8-AC00B14CF52F}" type="slidenum">
              <a:rPr/>
              <a:pPr>
                <a:defRPr/>
              </a:pPr>
              <a:t>‹#›</a:t>
            </a:fld>
            <a:endParaRPr/>
          </a:p>
        </p:txBody>
      </p:sp>
    </p:spTree>
    <p:extLst>
      <p:ext uri="{BB962C8B-B14F-4D97-AF65-F5344CB8AC3E}">
        <p14:creationId xmlns:p14="http://schemas.microsoft.com/office/powerpoint/2010/main" val="391827918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a:xfrm>
            <a:off x="489046" y="1131291"/>
            <a:ext cx="4727658" cy="491315"/>
          </a:xfrm>
        </p:spPr>
        <p:txBody>
          <a:bodyPr/>
          <a:lstStyle>
            <a:lvl1pPr>
              <a:defRPr sz="3193" b="1" i="0">
                <a:solidFill>
                  <a:srgbClr val="9E0A0F"/>
                </a:solidFill>
                <a:latin typeface="Verdana"/>
                <a:cs typeface="Verdana"/>
              </a:defRPr>
            </a:lvl1pPr>
          </a:lstStyle>
          <a:p>
            <a:endParaRPr/>
          </a:p>
        </p:txBody>
      </p:sp>
      <p:sp>
        <p:nvSpPr>
          <p:cNvPr id="3" name="Holder 3"/>
          <p:cNvSpPr>
            <a:spLocks noGrp="1"/>
          </p:cNvSpPr>
          <p:nvPr>
            <p:ph type="body" idx="1"/>
          </p:nvPr>
        </p:nvSpPr>
        <p:spPr>
          <a:xfrm>
            <a:off x="489045" y="1502488"/>
            <a:ext cx="5518980" cy="333332"/>
          </a:xfrm>
        </p:spPr>
        <p:txBody>
          <a:bodyPr/>
          <a:lstStyle>
            <a:lvl1pPr>
              <a:defRPr sz="2166" b="1" i="0">
                <a:solidFill>
                  <a:srgbClr val="9E0A0F"/>
                </a:solidFill>
                <a:latin typeface="Verdana"/>
                <a:cs typeface="Verdana"/>
              </a:defRPr>
            </a:lvl1pPr>
          </a:lstStyle>
          <a:p>
            <a:endParaRPr/>
          </a:p>
        </p:txBody>
      </p:sp>
      <p:sp>
        <p:nvSpPr>
          <p:cNvPr id="4" name="Holder 4">
            <a:extLst>
              <a:ext uri="{FF2B5EF4-FFF2-40B4-BE49-F238E27FC236}">
                <a16:creationId xmlns:a16="http://schemas.microsoft.com/office/drawing/2014/main" id="{FBC298C0-5744-4668-809A-BBCBE9610E6F}"/>
              </a:ext>
            </a:extLst>
          </p:cNvPr>
          <p:cNvSpPr>
            <a:spLocks noGrp="1"/>
          </p:cNvSpPr>
          <p:nvPr>
            <p:ph type="ftr" sz="quarter" idx="10"/>
          </p:nvPr>
        </p:nvSpPr>
        <p:spPr/>
        <p:txBody>
          <a:bodyPr/>
          <a:lstStyle>
            <a:lvl1pPr>
              <a:defRPr/>
            </a:lvl1pPr>
          </a:lstStyle>
          <a:p>
            <a:pPr>
              <a:defRPr/>
            </a:pPr>
            <a:endParaRPr/>
          </a:p>
        </p:txBody>
      </p:sp>
      <p:sp>
        <p:nvSpPr>
          <p:cNvPr id="5" name="Holder 5">
            <a:extLst>
              <a:ext uri="{FF2B5EF4-FFF2-40B4-BE49-F238E27FC236}">
                <a16:creationId xmlns:a16="http://schemas.microsoft.com/office/drawing/2014/main" id="{91D4573F-D705-476E-A6E2-946EE52F7174}"/>
              </a:ext>
            </a:extLst>
          </p:cNvPr>
          <p:cNvSpPr>
            <a:spLocks noGrp="1"/>
          </p:cNvSpPr>
          <p:nvPr>
            <p:ph type="dt" sz="half" idx="11"/>
          </p:nvPr>
        </p:nvSpPr>
        <p:spPr/>
        <p:txBody>
          <a:bodyPr/>
          <a:lstStyle>
            <a:lvl1pPr>
              <a:defRPr/>
            </a:lvl1pPr>
          </a:lstStyle>
          <a:p>
            <a:pPr>
              <a:defRPr/>
            </a:pPr>
            <a:fld id="{98B0499D-4B7F-4118-92C2-4E2440DF55C5}" type="datetimeFigureOut">
              <a:rPr lang="en-US"/>
              <a:pPr>
                <a:defRPr/>
              </a:pPr>
              <a:t>5/15/2026</a:t>
            </a:fld>
            <a:endParaRPr lang="en-US"/>
          </a:p>
        </p:txBody>
      </p:sp>
      <p:sp>
        <p:nvSpPr>
          <p:cNvPr id="6" name="Holder 6">
            <a:extLst>
              <a:ext uri="{FF2B5EF4-FFF2-40B4-BE49-F238E27FC236}">
                <a16:creationId xmlns:a16="http://schemas.microsoft.com/office/drawing/2014/main" id="{85D03619-A4FB-4EA4-8ABC-AA6A62323F69}"/>
              </a:ext>
            </a:extLst>
          </p:cNvPr>
          <p:cNvSpPr>
            <a:spLocks noGrp="1"/>
          </p:cNvSpPr>
          <p:nvPr>
            <p:ph type="sldNum" sz="quarter" idx="12"/>
          </p:nvPr>
        </p:nvSpPr>
        <p:spPr/>
        <p:txBody>
          <a:bodyPr/>
          <a:lstStyle>
            <a:lvl1pPr>
              <a:defRPr/>
            </a:lvl1pPr>
          </a:lstStyle>
          <a:p>
            <a:pPr>
              <a:defRPr/>
            </a:pPr>
            <a:fld id="{D85C40EF-56E0-4581-820C-BDC9924F2845}" type="slidenum">
              <a:rPr/>
              <a:pPr>
                <a:defRPr/>
              </a:pPr>
              <a:t>‹#›</a:t>
            </a:fld>
            <a:endParaRPr/>
          </a:p>
        </p:txBody>
      </p:sp>
    </p:spTree>
    <p:extLst>
      <p:ext uri="{BB962C8B-B14F-4D97-AF65-F5344CB8AC3E}">
        <p14:creationId xmlns:p14="http://schemas.microsoft.com/office/powerpoint/2010/main" val="361464529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a:xfrm>
            <a:off x="489046" y="1131291"/>
            <a:ext cx="4727658" cy="491315"/>
          </a:xfrm>
        </p:spPr>
        <p:txBody>
          <a:bodyPr/>
          <a:lstStyle>
            <a:lvl1pPr>
              <a:defRPr sz="3193" b="1" i="0">
                <a:solidFill>
                  <a:srgbClr val="9E0A0F"/>
                </a:solidFill>
                <a:latin typeface="Verdana"/>
                <a:cs typeface="Verdana"/>
              </a:defRPr>
            </a:lvl1pPr>
          </a:lstStyle>
          <a:p>
            <a:endParaRPr/>
          </a:p>
        </p:txBody>
      </p:sp>
      <p:sp>
        <p:nvSpPr>
          <p:cNvPr id="3" name="Holder 3"/>
          <p:cNvSpPr>
            <a:spLocks noGrp="1"/>
          </p:cNvSpPr>
          <p:nvPr>
            <p:ph sz="half" idx="2"/>
          </p:nvPr>
        </p:nvSpPr>
        <p:spPr>
          <a:xfrm>
            <a:off x="609600" y="1577340"/>
            <a:ext cx="5303520" cy="276999"/>
          </a:xfrm>
          <a:prstGeom prst="rect">
            <a:avLst/>
          </a:prstGeom>
        </p:spPr>
        <p:txBody>
          <a:bodyPr/>
          <a:lstStyle>
            <a:lvl1pPr>
              <a:defRPr/>
            </a:lvl1pPr>
          </a:lstStyle>
          <a:p>
            <a:endParaRPr/>
          </a:p>
        </p:txBody>
      </p:sp>
      <p:sp>
        <p:nvSpPr>
          <p:cNvPr id="4" name="Holder 4"/>
          <p:cNvSpPr>
            <a:spLocks noGrp="1"/>
          </p:cNvSpPr>
          <p:nvPr>
            <p:ph sz="half" idx="3"/>
          </p:nvPr>
        </p:nvSpPr>
        <p:spPr>
          <a:xfrm>
            <a:off x="6278881" y="1577340"/>
            <a:ext cx="5303520" cy="276999"/>
          </a:xfrm>
          <a:prstGeom prst="rect">
            <a:avLst/>
          </a:prstGeom>
        </p:spPr>
        <p:txBody>
          <a:bodyPr/>
          <a:lstStyle>
            <a:lvl1pPr>
              <a:defRPr/>
            </a:lvl1pPr>
          </a:lstStyle>
          <a:p>
            <a:endParaRPr/>
          </a:p>
        </p:txBody>
      </p:sp>
      <p:sp>
        <p:nvSpPr>
          <p:cNvPr id="5" name="Holder 4">
            <a:extLst>
              <a:ext uri="{FF2B5EF4-FFF2-40B4-BE49-F238E27FC236}">
                <a16:creationId xmlns:a16="http://schemas.microsoft.com/office/drawing/2014/main" id="{3E99124C-4A92-4F8D-BB09-25AE31B66589}"/>
              </a:ext>
            </a:extLst>
          </p:cNvPr>
          <p:cNvSpPr>
            <a:spLocks noGrp="1"/>
          </p:cNvSpPr>
          <p:nvPr>
            <p:ph type="ftr" sz="quarter" idx="10"/>
          </p:nvPr>
        </p:nvSpPr>
        <p:spPr/>
        <p:txBody>
          <a:bodyPr/>
          <a:lstStyle>
            <a:lvl1pPr>
              <a:defRPr/>
            </a:lvl1pPr>
          </a:lstStyle>
          <a:p>
            <a:pPr>
              <a:defRPr/>
            </a:pPr>
            <a:endParaRPr/>
          </a:p>
        </p:txBody>
      </p:sp>
      <p:sp>
        <p:nvSpPr>
          <p:cNvPr id="6" name="Holder 5">
            <a:extLst>
              <a:ext uri="{FF2B5EF4-FFF2-40B4-BE49-F238E27FC236}">
                <a16:creationId xmlns:a16="http://schemas.microsoft.com/office/drawing/2014/main" id="{70F84888-DA74-44B1-B17E-E2D6512129B7}"/>
              </a:ext>
            </a:extLst>
          </p:cNvPr>
          <p:cNvSpPr>
            <a:spLocks noGrp="1"/>
          </p:cNvSpPr>
          <p:nvPr>
            <p:ph type="dt" sz="half" idx="11"/>
          </p:nvPr>
        </p:nvSpPr>
        <p:spPr/>
        <p:txBody>
          <a:bodyPr/>
          <a:lstStyle>
            <a:lvl1pPr>
              <a:defRPr/>
            </a:lvl1pPr>
          </a:lstStyle>
          <a:p>
            <a:pPr>
              <a:defRPr/>
            </a:pPr>
            <a:fld id="{954724E2-8139-4951-8D63-6BF631CD869C}" type="datetimeFigureOut">
              <a:rPr lang="en-US"/>
              <a:pPr>
                <a:defRPr/>
              </a:pPr>
              <a:t>5/15/2026</a:t>
            </a:fld>
            <a:endParaRPr lang="en-US"/>
          </a:p>
        </p:txBody>
      </p:sp>
      <p:sp>
        <p:nvSpPr>
          <p:cNvPr id="7" name="Holder 6">
            <a:extLst>
              <a:ext uri="{FF2B5EF4-FFF2-40B4-BE49-F238E27FC236}">
                <a16:creationId xmlns:a16="http://schemas.microsoft.com/office/drawing/2014/main" id="{79F6AA41-4193-4F03-86A0-0ABA29FCFBA6}"/>
              </a:ext>
            </a:extLst>
          </p:cNvPr>
          <p:cNvSpPr>
            <a:spLocks noGrp="1"/>
          </p:cNvSpPr>
          <p:nvPr>
            <p:ph type="sldNum" sz="quarter" idx="12"/>
          </p:nvPr>
        </p:nvSpPr>
        <p:spPr/>
        <p:txBody>
          <a:bodyPr/>
          <a:lstStyle>
            <a:lvl1pPr>
              <a:defRPr/>
            </a:lvl1pPr>
          </a:lstStyle>
          <a:p>
            <a:pPr>
              <a:defRPr/>
            </a:pPr>
            <a:fld id="{6A12EA32-64F6-4828-8561-C52855B5F496}" type="slidenum">
              <a:rPr/>
              <a:pPr>
                <a:defRPr/>
              </a:pPr>
              <a:t>‹#›</a:t>
            </a:fld>
            <a:endParaRPr/>
          </a:p>
        </p:txBody>
      </p:sp>
    </p:spTree>
    <p:extLst>
      <p:ext uri="{BB962C8B-B14F-4D97-AF65-F5344CB8AC3E}">
        <p14:creationId xmlns:p14="http://schemas.microsoft.com/office/powerpoint/2010/main" val="91270084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a:xfrm>
            <a:off x="489046" y="1131291"/>
            <a:ext cx="4727658" cy="491315"/>
          </a:xfrm>
        </p:spPr>
        <p:txBody>
          <a:bodyPr/>
          <a:lstStyle>
            <a:lvl1pPr>
              <a:defRPr sz="3193" b="1" i="0">
                <a:solidFill>
                  <a:srgbClr val="9E0A0F"/>
                </a:solidFill>
                <a:latin typeface="Verdana"/>
                <a:cs typeface="Verdana"/>
              </a:defRPr>
            </a:lvl1pPr>
          </a:lstStyle>
          <a:p>
            <a:endParaRPr/>
          </a:p>
        </p:txBody>
      </p:sp>
      <p:sp>
        <p:nvSpPr>
          <p:cNvPr id="3" name="Holder 3">
            <a:extLst>
              <a:ext uri="{FF2B5EF4-FFF2-40B4-BE49-F238E27FC236}">
                <a16:creationId xmlns:a16="http://schemas.microsoft.com/office/drawing/2014/main" id="{9D0EE51A-0B53-4750-B0F9-D18A03C20D24}"/>
              </a:ext>
            </a:extLst>
          </p:cNvPr>
          <p:cNvSpPr>
            <a:spLocks noGrp="1"/>
          </p:cNvSpPr>
          <p:nvPr>
            <p:ph type="ftr" sz="quarter" idx="10"/>
          </p:nvPr>
        </p:nvSpPr>
        <p:spPr/>
        <p:txBody>
          <a:bodyPr/>
          <a:lstStyle>
            <a:lvl1pPr algn="ctr">
              <a:defRPr>
                <a:solidFill>
                  <a:schemeClr val="tx1">
                    <a:tint val="75000"/>
                  </a:schemeClr>
                </a:solidFill>
              </a:defRPr>
            </a:lvl1pPr>
          </a:lstStyle>
          <a:p>
            <a:pPr>
              <a:defRPr/>
            </a:pPr>
            <a:endParaRPr/>
          </a:p>
        </p:txBody>
      </p:sp>
      <p:sp>
        <p:nvSpPr>
          <p:cNvPr id="4" name="Holder 4">
            <a:extLst>
              <a:ext uri="{FF2B5EF4-FFF2-40B4-BE49-F238E27FC236}">
                <a16:creationId xmlns:a16="http://schemas.microsoft.com/office/drawing/2014/main" id="{F99C94A0-013F-402E-AF61-1E3D7281EFB7}"/>
              </a:ext>
            </a:extLst>
          </p:cNvPr>
          <p:cNvSpPr>
            <a:spLocks noGrp="1"/>
          </p:cNvSpPr>
          <p:nvPr>
            <p:ph type="dt" sz="half" idx="11"/>
          </p:nvPr>
        </p:nvSpPr>
        <p:spPr/>
        <p:txBody>
          <a:bodyPr/>
          <a:lstStyle>
            <a:lvl1pPr algn="l">
              <a:defRPr>
                <a:solidFill>
                  <a:schemeClr val="tx1">
                    <a:tint val="75000"/>
                  </a:schemeClr>
                </a:solidFill>
              </a:defRPr>
            </a:lvl1pPr>
          </a:lstStyle>
          <a:p>
            <a:pPr>
              <a:defRPr/>
            </a:pPr>
            <a:fld id="{0E24D382-3526-473E-AC7B-5CA105464502}" type="datetimeFigureOut">
              <a:rPr lang="en-US"/>
              <a:pPr>
                <a:defRPr/>
              </a:pPr>
              <a:t>5/15/2026</a:t>
            </a:fld>
            <a:endParaRPr lang="en-US"/>
          </a:p>
        </p:txBody>
      </p:sp>
      <p:sp>
        <p:nvSpPr>
          <p:cNvPr id="5" name="Holder 5">
            <a:extLst>
              <a:ext uri="{FF2B5EF4-FFF2-40B4-BE49-F238E27FC236}">
                <a16:creationId xmlns:a16="http://schemas.microsoft.com/office/drawing/2014/main" id="{EAA97366-AD18-427C-AAAE-1662945CC43F}"/>
              </a:ext>
            </a:extLst>
          </p:cNvPr>
          <p:cNvSpPr>
            <a:spLocks noGrp="1"/>
          </p:cNvSpPr>
          <p:nvPr>
            <p:ph type="sldNum" sz="quarter" idx="12"/>
          </p:nvPr>
        </p:nvSpPr>
        <p:spPr/>
        <p:txBody>
          <a:bodyPr/>
          <a:lstStyle>
            <a:lvl1pPr algn="r">
              <a:defRPr>
                <a:solidFill>
                  <a:schemeClr val="tx1">
                    <a:tint val="75000"/>
                  </a:schemeClr>
                </a:solidFill>
              </a:defRPr>
            </a:lvl1pPr>
          </a:lstStyle>
          <a:p>
            <a:pPr>
              <a:defRPr/>
            </a:pPr>
            <a:fld id="{539845D2-9B08-4934-A1FE-397ECA192859}" type="slidenum">
              <a:rPr/>
              <a:pPr>
                <a:defRPr/>
              </a:pPr>
              <a:t>‹#›</a:t>
            </a:fld>
            <a:endParaRPr/>
          </a:p>
        </p:txBody>
      </p:sp>
    </p:spTree>
    <p:extLst>
      <p:ext uri="{BB962C8B-B14F-4D97-AF65-F5344CB8AC3E}">
        <p14:creationId xmlns:p14="http://schemas.microsoft.com/office/powerpoint/2010/main" val="367031132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4">
            <a:extLst>
              <a:ext uri="{FF2B5EF4-FFF2-40B4-BE49-F238E27FC236}">
                <a16:creationId xmlns:a16="http://schemas.microsoft.com/office/drawing/2014/main" id="{8AC7584B-BA92-4BBF-AC02-A031731D1F7C}"/>
              </a:ext>
            </a:extLst>
          </p:cNvPr>
          <p:cNvSpPr>
            <a:spLocks noGrp="1"/>
          </p:cNvSpPr>
          <p:nvPr>
            <p:ph type="ftr" sz="quarter" idx="10"/>
          </p:nvPr>
        </p:nvSpPr>
        <p:spPr/>
        <p:txBody>
          <a:bodyPr/>
          <a:lstStyle>
            <a:lvl1pPr>
              <a:defRPr/>
            </a:lvl1pPr>
          </a:lstStyle>
          <a:p>
            <a:pPr>
              <a:defRPr/>
            </a:pPr>
            <a:endParaRPr/>
          </a:p>
        </p:txBody>
      </p:sp>
      <p:sp>
        <p:nvSpPr>
          <p:cNvPr id="3" name="Holder 5">
            <a:extLst>
              <a:ext uri="{FF2B5EF4-FFF2-40B4-BE49-F238E27FC236}">
                <a16:creationId xmlns:a16="http://schemas.microsoft.com/office/drawing/2014/main" id="{B37FE47A-3EA3-4899-BB92-6A126731F210}"/>
              </a:ext>
            </a:extLst>
          </p:cNvPr>
          <p:cNvSpPr>
            <a:spLocks noGrp="1"/>
          </p:cNvSpPr>
          <p:nvPr>
            <p:ph type="dt" sz="half" idx="11"/>
          </p:nvPr>
        </p:nvSpPr>
        <p:spPr/>
        <p:txBody>
          <a:bodyPr/>
          <a:lstStyle>
            <a:lvl1pPr>
              <a:defRPr/>
            </a:lvl1pPr>
          </a:lstStyle>
          <a:p>
            <a:pPr>
              <a:defRPr/>
            </a:pPr>
            <a:fld id="{12D40069-3991-430C-BC07-E79857B5242F}" type="datetimeFigureOut">
              <a:rPr lang="en-US"/>
              <a:pPr>
                <a:defRPr/>
              </a:pPr>
              <a:t>5/15/2026</a:t>
            </a:fld>
            <a:endParaRPr lang="en-US"/>
          </a:p>
        </p:txBody>
      </p:sp>
      <p:sp>
        <p:nvSpPr>
          <p:cNvPr id="4" name="Holder 6">
            <a:extLst>
              <a:ext uri="{FF2B5EF4-FFF2-40B4-BE49-F238E27FC236}">
                <a16:creationId xmlns:a16="http://schemas.microsoft.com/office/drawing/2014/main" id="{09BCC383-0E53-4040-B728-D56859D869E4}"/>
              </a:ext>
            </a:extLst>
          </p:cNvPr>
          <p:cNvSpPr>
            <a:spLocks noGrp="1"/>
          </p:cNvSpPr>
          <p:nvPr>
            <p:ph type="sldNum" sz="quarter" idx="12"/>
          </p:nvPr>
        </p:nvSpPr>
        <p:spPr/>
        <p:txBody>
          <a:bodyPr/>
          <a:lstStyle>
            <a:lvl1pPr>
              <a:defRPr/>
            </a:lvl1pPr>
          </a:lstStyle>
          <a:p>
            <a:pPr>
              <a:defRPr/>
            </a:pPr>
            <a:fld id="{68D1B659-D9AE-489A-8415-A68C6708FF69}" type="slidenum">
              <a:rPr/>
              <a:pPr>
                <a:defRPr/>
              </a:pPr>
              <a:t>‹#›</a:t>
            </a:fld>
            <a:endParaRPr/>
          </a:p>
        </p:txBody>
      </p:sp>
    </p:spTree>
    <p:extLst>
      <p:ext uri="{BB962C8B-B14F-4D97-AF65-F5344CB8AC3E}">
        <p14:creationId xmlns:p14="http://schemas.microsoft.com/office/powerpoint/2010/main" val="2358556960"/>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4.xml"/><Relationship Id="rId3" Type="http://schemas.openxmlformats.org/officeDocument/2006/relationships/slideLayout" Target="../slideLayouts/slideLayout9.xml"/><Relationship Id="rId7" Type="http://schemas.openxmlformats.org/officeDocument/2006/relationships/slideLayout" Target="../slideLayouts/slideLayout13.xml"/><Relationship Id="rId12" Type="http://schemas.openxmlformats.org/officeDocument/2006/relationships/theme" Target="../theme/theme2.xml"/><Relationship Id="rId2" Type="http://schemas.openxmlformats.org/officeDocument/2006/relationships/slideLayout" Target="../slideLayouts/slideLayout8.xml"/><Relationship Id="rId1" Type="http://schemas.openxmlformats.org/officeDocument/2006/relationships/slideLayout" Target="../slideLayouts/slideLayout7.xml"/><Relationship Id="rId6" Type="http://schemas.openxmlformats.org/officeDocument/2006/relationships/slideLayout" Target="../slideLayouts/slideLayout12.xml"/><Relationship Id="rId11" Type="http://schemas.openxmlformats.org/officeDocument/2006/relationships/slideLayout" Target="../slideLayouts/slideLayout17.xml"/><Relationship Id="rId5" Type="http://schemas.openxmlformats.org/officeDocument/2006/relationships/slideLayout" Target="../slideLayouts/slideLayout11.xml"/><Relationship Id="rId10" Type="http://schemas.openxmlformats.org/officeDocument/2006/relationships/slideLayout" Target="../slideLayouts/slideLayout16.xml"/><Relationship Id="rId4" Type="http://schemas.openxmlformats.org/officeDocument/2006/relationships/slideLayout" Target="../slideLayouts/slideLayout10.xml"/><Relationship Id="rId9" Type="http://schemas.openxmlformats.org/officeDocument/2006/relationships/slideLayout" Target="../slideLayouts/slideLayout15.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20.xml"/><Relationship Id="rId2" Type="http://schemas.openxmlformats.org/officeDocument/2006/relationships/slideLayout" Target="../slideLayouts/slideLayout19.xml"/><Relationship Id="rId1" Type="http://schemas.openxmlformats.org/officeDocument/2006/relationships/slideLayout" Target="../slideLayouts/slideLayout18.xml"/><Relationship Id="rId6" Type="http://schemas.openxmlformats.org/officeDocument/2006/relationships/theme" Target="../theme/theme3.xml"/><Relationship Id="rId5" Type="http://schemas.openxmlformats.org/officeDocument/2006/relationships/slideLayout" Target="../slideLayouts/slideLayout22.xml"/><Relationship Id="rId4" Type="http://schemas.openxmlformats.org/officeDocument/2006/relationships/slideLayout" Target="../slideLayouts/slideLayout21.xml"/></Relationships>
</file>

<file path=ppt/slideMasters/_rels/slideMaster4.xml.rels><?xml version="1.0" encoding="UTF-8" standalone="yes"?>
<Relationships xmlns="http://schemas.openxmlformats.org/package/2006/relationships"><Relationship Id="rId3" Type="http://schemas.openxmlformats.org/officeDocument/2006/relationships/slideLayout" Target="../slideLayouts/slideLayout25.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theme" Target="../theme/theme4.xml"/><Relationship Id="rId5" Type="http://schemas.openxmlformats.org/officeDocument/2006/relationships/slideLayout" Target="../slideLayouts/slideLayout27.xml"/><Relationship Id="rId4" Type="http://schemas.openxmlformats.org/officeDocument/2006/relationships/slideLayout" Target="../slideLayouts/slideLayout2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2" y="228667"/>
            <a:ext cx="12190552" cy="367086"/>
          </a:xfrm>
          <a:custGeom>
            <a:avLst/>
            <a:gdLst/>
            <a:ahLst/>
            <a:cxnLst/>
            <a:rect l="l" t="t" r="r" b="b"/>
            <a:pathLst>
              <a:path w="10692130" h="433705">
                <a:moveTo>
                  <a:pt x="0" y="433133"/>
                </a:moveTo>
                <a:lnTo>
                  <a:pt x="10692003" y="433133"/>
                </a:lnTo>
                <a:lnTo>
                  <a:pt x="10692003" y="0"/>
                </a:lnTo>
                <a:lnTo>
                  <a:pt x="0" y="0"/>
                </a:lnTo>
                <a:lnTo>
                  <a:pt x="0" y="433133"/>
                </a:lnTo>
                <a:close/>
              </a:path>
            </a:pathLst>
          </a:custGeom>
          <a:solidFill>
            <a:srgbClr val="9E0A0F"/>
          </a:solidFill>
        </p:spPr>
        <p:txBody>
          <a:bodyPr wrap="square" lIns="0" tIns="0" rIns="0" bIns="0" rtlCol="0"/>
          <a:lstStyle/>
          <a:p>
            <a:endParaRPr sz="1524"/>
          </a:p>
        </p:txBody>
      </p:sp>
      <p:sp>
        <p:nvSpPr>
          <p:cNvPr id="2" name="Holder 2"/>
          <p:cNvSpPr>
            <a:spLocks noGrp="1"/>
          </p:cNvSpPr>
          <p:nvPr>
            <p:ph type="title"/>
          </p:nvPr>
        </p:nvSpPr>
        <p:spPr>
          <a:xfrm>
            <a:off x="489048" y="1131300"/>
            <a:ext cx="4727658" cy="430887"/>
          </a:xfrm>
          <a:prstGeom prst="rect">
            <a:avLst/>
          </a:prstGeom>
        </p:spPr>
        <p:txBody>
          <a:bodyPr wrap="square" lIns="0" tIns="0" rIns="0" bIns="0">
            <a:spAutoFit/>
          </a:bodyPr>
          <a:lstStyle>
            <a:lvl1pPr>
              <a:defRPr sz="2800" b="1" i="0">
                <a:solidFill>
                  <a:srgbClr val="9E0A0F"/>
                </a:solidFill>
                <a:latin typeface="Verdana"/>
                <a:cs typeface="Verdana"/>
              </a:defRPr>
            </a:lvl1pPr>
          </a:lstStyle>
          <a:p>
            <a:endParaRPr/>
          </a:p>
        </p:txBody>
      </p:sp>
      <p:sp>
        <p:nvSpPr>
          <p:cNvPr id="3" name="Holder 3"/>
          <p:cNvSpPr>
            <a:spLocks noGrp="1"/>
          </p:cNvSpPr>
          <p:nvPr>
            <p:ph type="body" idx="1"/>
          </p:nvPr>
        </p:nvSpPr>
        <p:spPr>
          <a:xfrm>
            <a:off x="489045" y="1502488"/>
            <a:ext cx="5518980" cy="292388"/>
          </a:xfrm>
          <a:prstGeom prst="rect">
            <a:avLst/>
          </a:prstGeom>
        </p:spPr>
        <p:txBody>
          <a:bodyPr wrap="square" lIns="0" tIns="0" rIns="0" bIns="0">
            <a:spAutoFit/>
          </a:bodyPr>
          <a:lstStyle>
            <a:lvl1pPr>
              <a:defRPr sz="1900" b="1" i="0">
                <a:solidFill>
                  <a:srgbClr val="9E0A0F"/>
                </a:solidFill>
                <a:latin typeface="Verdana"/>
                <a:cs typeface="Verdana"/>
              </a:defRPr>
            </a:lvl1pPr>
          </a:lstStyle>
          <a:p>
            <a:endParaRPr/>
          </a:p>
        </p:txBody>
      </p:sp>
      <p:sp>
        <p:nvSpPr>
          <p:cNvPr id="4" name="Holder 4"/>
          <p:cNvSpPr>
            <a:spLocks noGrp="1"/>
          </p:cNvSpPr>
          <p:nvPr>
            <p:ph type="ftr" sz="quarter" idx="5"/>
          </p:nvPr>
        </p:nvSpPr>
        <p:spPr>
          <a:xfrm>
            <a:off x="4145280" y="6377950"/>
            <a:ext cx="3901440" cy="276999"/>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9601" y="6377950"/>
            <a:ext cx="2804161" cy="276999"/>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5/15/2026</a:t>
            </a:fld>
            <a:endParaRPr lang="en-US"/>
          </a:p>
        </p:txBody>
      </p:sp>
      <p:sp>
        <p:nvSpPr>
          <p:cNvPr id="6" name="Holder 6"/>
          <p:cNvSpPr>
            <a:spLocks noGrp="1"/>
          </p:cNvSpPr>
          <p:nvPr>
            <p:ph type="sldNum" sz="quarter" idx="7"/>
          </p:nvPr>
        </p:nvSpPr>
        <p:spPr>
          <a:xfrm>
            <a:off x="8778240" y="6377950"/>
            <a:ext cx="2804161" cy="276999"/>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rPr/>
              <a:t>‹#›</a:t>
            </a:fld>
            <a:endParaRPr/>
          </a:p>
        </p:txBody>
      </p:sp>
    </p:spTree>
    <p:extLst>
      <p:ext uri="{BB962C8B-B14F-4D97-AF65-F5344CB8AC3E}">
        <p14:creationId xmlns:p14="http://schemas.microsoft.com/office/powerpoint/2010/main" val="2897274468"/>
      </p:ext>
    </p:extLst>
  </p:cSld>
  <p:clrMap bg1="lt1" tx1="dk1" bg2="lt2" tx2="dk2" accent1="accent1" accent2="accent2" accent3="accent3" accent4="accent4" accent5="accent5" accent6="accent6" hlink="hlink" folHlink="folHlink"/>
  <p:sldLayoutIdLst>
    <p:sldLayoutId id="2147483762" r:id="rId1"/>
    <p:sldLayoutId id="2147483763" r:id="rId2"/>
    <p:sldLayoutId id="2147483764" r:id="rId3"/>
    <p:sldLayoutId id="2147483765" r:id="rId4"/>
    <p:sldLayoutId id="2147483766" r:id="rId5"/>
    <p:sldLayoutId id="2147483767" r:id="rId6"/>
  </p:sldLayoutIdLst>
  <p:transition spd="slow">
    <p:cover/>
  </p:transition>
  <p:txStyles>
    <p:titleStyle>
      <a:lvl1pPr>
        <a:defRPr>
          <a:latin typeface="+mj-lt"/>
          <a:ea typeface="+mj-ea"/>
          <a:cs typeface="+mj-cs"/>
        </a:defRPr>
      </a:lvl1pPr>
    </p:titleStyle>
    <p:bodyStyle>
      <a:lvl1pPr marL="0">
        <a:defRPr>
          <a:latin typeface="+mn-lt"/>
          <a:ea typeface="+mn-ea"/>
          <a:cs typeface="+mn-cs"/>
        </a:defRPr>
      </a:lvl1pPr>
      <a:lvl2pPr marL="386923">
        <a:defRPr>
          <a:latin typeface="+mn-lt"/>
          <a:ea typeface="+mn-ea"/>
          <a:cs typeface="+mn-cs"/>
        </a:defRPr>
      </a:lvl2pPr>
      <a:lvl3pPr marL="773847">
        <a:defRPr>
          <a:latin typeface="+mn-lt"/>
          <a:ea typeface="+mn-ea"/>
          <a:cs typeface="+mn-cs"/>
        </a:defRPr>
      </a:lvl3pPr>
      <a:lvl4pPr marL="1160771">
        <a:defRPr>
          <a:latin typeface="+mn-lt"/>
          <a:ea typeface="+mn-ea"/>
          <a:cs typeface="+mn-cs"/>
        </a:defRPr>
      </a:lvl4pPr>
      <a:lvl5pPr marL="1547693">
        <a:defRPr>
          <a:latin typeface="+mn-lt"/>
          <a:ea typeface="+mn-ea"/>
          <a:cs typeface="+mn-cs"/>
        </a:defRPr>
      </a:lvl5pPr>
      <a:lvl6pPr marL="1934616">
        <a:defRPr>
          <a:latin typeface="+mn-lt"/>
          <a:ea typeface="+mn-ea"/>
          <a:cs typeface="+mn-cs"/>
        </a:defRPr>
      </a:lvl6pPr>
      <a:lvl7pPr marL="2321541">
        <a:defRPr>
          <a:latin typeface="+mn-lt"/>
          <a:ea typeface="+mn-ea"/>
          <a:cs typeface="+mn-cs"/>
        </a:defRPr>
      </a:lvl7pPr>
      <a:lvl8pPr marL="2708463">
        <a:defRPr>
          <a:latin typeface="+mn-lt"/>
          <a:ea typeface="+mn-ea"/>
          <a:cs typeface="+mn-cs"/>
        </a:defRPr>
      </a:lvl8pPr>
      <a:lvl9pPr marL="3095387">
        <a:defRPr>
          <a:latin typeface="+mn-lt"/>
          <a:ea typeface="+mn-ea"/>
          <a:cs typeface="+mn-cs"/>
        </a:defRPr>
      </a:lvl9pPr>
    </p:bodyStyle>
    <p:otherStyle>
      <a:lvl1pPr marL="0">
        <a:defRPr>
          <a:latin typeface="+mn-lt"/>
          <a:ea typeface="+mn-ea"/>
          <a:cs typeface="+mn-cs"/>
        </a:defRPr>
      </a:lvl1pPr>
      <a:lvl2pPr marL="386923">
        <a:defRPr>
          <a:latin typeface="+mn-lt"/>
          <a:ea typeface="+mn-ea"/>
          <a:cs typeface="+mn-cs"/>
        </a:defRPr>
      </a:lvl2pPr>
      <a:lvl3pPr marL="773847">
        <a:defRPr>
          <a:latin typeface="+mn-lt"/>
          <a:ea typeface="+mn-ea"/>
          <a:cs typeface="+mn-cs"/>
        </a:defRPr>
      </a:lvl3pPr>
      <a:lvl4pPr marL="1160771">
        <a:defRPr>
          <a:latin typeface="+mn-lt"/>
          <a:ea typeface="+mn-ea"/>
          <a:cs typeface="+mn-cs"/>
        </a:defRPr>
      </a:lvl4pPr>
      <a:lvl5pPr marL="1547693">
        <a:defRPr>
          <a:latin typeface="+mn-lt"/>
          <a:ea typeface="+mn-ea"/>
          <a:cs typeface="+mn-cs"/>
        </a:defRPr>
      </a:lvl5pPr>
      <a:lvl6pPr marL="1934616">
        <a:defRPr>
          <a:latin typeface="+mn-lt"/>
          <a:ea typeface="+mn-ea"/>
          <a:cs typeface="+mn-cs"/>
        </a:defRPr>
      </a:lvl6pPr>
      <a:lvl7pPr marL="2321541">
        <a:defRPr>
          <a:latin typeface="+mn-lt"/>
          <a:ea typeface="+mn-ea"/>
          <a:cs typeface="+mn-cs"/>
        </a:defRPr>
      </a:lvl7pPr>
      <a:lvl8pPr marL="2708463">
        <a:defRPr>
          <a:latin typeface="+mn-lt"/>
          <a:ea typeface="+mn-ea"/>
          <a:cs typeface="+mn-cs"/>
        </a:defRPr>
      </a:lvl8pPr>
      <a:lvl9pPr marL="3095387">
        <a:defRPr>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1"/>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F03D4B8-EBE1-49D8-B288-09D3BAB8341E}" type="datetimeFigureOut">
              <a:rPr lang="zh-CN" altLang="en-US" smtClean="0"/>
              <a:t>2026/5/15</a:t>
            </a:fld>
            <a:endParaRPr lang="zh-CN" altLang="en-US"/>
          </a:p>
        </p:txBody>
      </p:sp>
      <p:sp>
        <p:nvSpPr>
          <p:cNvPr id="5" name="页脚占位符 4"/>
          <p:cNvSpPr>
            <a:spLocks noGrp="1"/>
          </p:cNvSpPr>
          <p:nvPr>
            <p:ph type="ftr" sz="quarter" idx="3"/>
          </p:nvPr>
        </p:nvSpPr>
        <p:spPr>
          <a:xfrm>
            <a:off x="4038600" y="6356351"/>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1" y="6356351"/>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F8A455D-95D5-41E4-A9F6-867A8246F069}" type="slidenum">
              <a:rPr lang="zh-CN" altLang="en-US" smtClean="0"/>
              <a:t>‹#›</a:t>
            </a:fld>
            <a:endParaRPr lang="zh-CN" altLang="en-US"/>
          </a:p>
        </p:txBody>
      </p:sp>
    </p:spTree>
    <p:extLst>
      <p:ext uri="{BB962C8B-B14F-4D97-AF65-F5344CB8AC3E}">
        <p14:creationId xmlns:p14="http://schemas.microsoft.com/office/powerpoint/2010/main" val="4256669380"/>
      </p:ext>
    </p:extLst>
  </p:cSld>
  <p:clrMap bg1="lt1" tx1="dk1" bg2="lt2" tx2="dk2" accent1="accent1" accent2="accent2" accent3="accent3" accent4="accent4" accent5="accent5" accent6="accent6" hlink="hlink" folHlink="folHlink"/>
  <p:sldLayoutIdLst>
    <p:sldLayoutId id="2147483769" r:id="rId1"/>
    <p:sldLayoutId id="2147483770" r:id="rId2"/>
    <p:sldLayoutId id="2147483771" r:id="rId3"/>
    <p:sldLayoutId id="2147483772" r:id="rId4"/>
    <p:sldLayoutId id="2147483773" r:id="rId5"/>
    <p:sldLayoutId id="2147483774" r:id="rId6"/>
    <p:sldLayoutId id="2147483775" r:id="rId7"/>
    <p:sldLayoutId id="2147483776" r:id="rId8"/>
    <p:sldLayoutId id="2147483777" r:id="rId9"/>
    <p:sldLayoutId id="2147483778" r:id="rId10"/>
    <p:sldLayoutId id="2147483779" r:id="rId11"/>
  </p:sldLayoutIdLst>
  <p:transition spd="slow">
    <p:cover/>
  </p:transition>
  <p:txStyles>
    <p:titleStyle>
      <a:lvl1pPr algn="l" defTabSz="91442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5" indent="-228605" algn="l" defTabSz="91442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15" indent="-228605" algn="l" defTabSz="91442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25" indent="-228605" algn="l" defTabSz="91442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34" indent="-228605" algn="l" defTabSz="91442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44" indent="-228605" algn="l" defTabSz="91442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54" indent="-228605" algn="l" defTabSz="91442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64" indent="-228605" algn="l" defTabSz="91442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74" indent="-228605" algn="l" defTabSz="91442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84" indent="-228605" algn="l" defTabSz="91442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20" rtl="0" eaLnBrk="1" latinLnBrk="0" hangingPunct="1">
        <a:defRPr sz="1800" kern="1200">
          <a:solidFill>
            <a:schemeClr val="tx1"/>
          </a:solidFill>
          <a:latin typeface="+mn-lt"/>
          <a:ea typeface="+mn-ea"/>
          <a:cs typeface="+mn-cs"/>
        </a:defRPr>
      </a:lvl1pPr>
      <a:lvl2pPr marL="457210" algn="l" defTabSz="914420" rtl="0" eaLnBrk="1" latinLnBrk="0" hangingPunct="1">
        <a:defRPr sz="1800" kern="1200">
          <a:solidFill>
            <a:schemeClr val="tx1"/>
          </a:solidFill>
          <a:latin typeface="+mn-lt"/>
          <a:ea typeface="+mn-ea"/>
          <a:cs typeface="+mn-cs"/>
        </a:defRPr>
      </a:lvl2pPr>
      <a:lvl3pPr marL="914420" algn="l" defTabSz="914420" rtl="0" eaLnBrk="1" latinLnBrk="0" hangingPunct="1">
        <a:defRPr sz="1800" kern="1200">
          <a:solidFill>
            <a:schemeClr val="tx1"/>
          </a:solidFill>
          <a:latin typeface="+mn-lt"/>
          <a:ea typeface="+mn-ea"/>
          <a:cs typeface="+mn-cs"/>
        </a:defRPr>
      </a:lvl3pPr>
      <a:lvl4pPr marL="1371629" algn="l" defTabSz="914420" rtl="0" eaLnBrk="1" latinLnBrk="0" hangingPunct="1">
        <a:defRPr sz="1800" kern="1200">
          <a:solidFill>
            <a:schemeClr val="tx1"/>
          </a:solidFill>
          <a:latin typeface="+mn-lt"/>
          <a:ea typeface="+mn-ea"/>
          <a:cs typeface="+mn-cs"/>
        </a:defRPr>
      </a:lvl4pPr>
      <a:lvl5pPr marL="1828839" algn="l" defTabSz="914420" rtl="0" eaLnBrk="1" latinLnBrk="0" hangingPunct="1">
        <a:defRPr sz="1800" kern="1200">
          <a:solidFill>
            <a:schemeClr val="tx1"/>
          </a:solidFill>
          <a:latin typeface="+mn-lt"/>
          <a:ea typeface="+mn-ea"/>
          <a:cs typeface="+mn-cs"/>
        </a:defRPr>
      </a:lvl5pPr>
      <a:lvl6pPr marL="2286049" algn="l" defTabSz="914420" rtl="0" eaLnBrk="1" latinLnBrk="0" hangingPunct="1">
        <a:defRPr sz="1800" kern="1200">
          <a:solidFill>
            <a:schemeClr val="tx1"/>
          </a:solidFill>
          <a:latin typeface="+mn-lt"/>
          <a:ea typeface="+mn-ea"/>
          <a:cs typeface="+mn-cs"/>
        </a:defRPr>
      </a:lvl6pPr>
      <a:lvl7pPr marL="2743259" algn="l" defTabSz="914420" rtl="0" eaLnBrk="1" latinLnBrk="0" hangingPunct="1">
        <a:defRPr sz="1800" kern="1200">
          <a:solidFill>
            <a:schemeClr val="tx1"/>
          </a:solidFill>
          <a:latin typeface="+mn-lt"/>
          <a:ea typeface="+mn-ea"/>
          <a:cs typeface="+mn-cs"/>
        </a:defRPr>
      </a:lvl7pPr>
      <a:lvl8pPr marL="3200469" algn="l" defTabSz="914420" rtl="0" eaLnBrk="1" latinLnBrk="0" hangingPunct="1">
        <a:defRPr sz="1800" kern="1200">
          <a:solidFill>
            <a:schemeClr val="tx1"/>
          </a:solidFill>
          <a:latin typeface="+mn-lt"/>
          <a:ea typeface="+mn-ea"/>
          <a:cs typeface="+mn-cs"/>
        </a:defRPr>
      </a:lvl8pPr>
      <a:lvl9pPr marL="3657679" algn="l" defTabSz="91442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0" y="228658"/>
            <a:ext cx="12190552" cy="367086"/>
          </a:xfrm>
          <a:custGeom>
            <a:avLst/>
            <a:gdLst/>
            <a:ahLst/>
            <a:cxnLst/>
            <a:rect l="l" t="t" r="r" b="b"/>
            <a:pathLst>
              <a:path w="10692130" h="433705">
                <a:moveTo>
                  <a:pt x="0" y="433133"/>
                </a:moveTo>
                <a:lnTo>
                  <a:pt x="10692003" y="433133"/>
                </a:lnTo>
                <a:lnTo>
                  <a:pt x="10692003" y="0"/>
                </a:lnTo>
                <a:lnTo>
                  <a:pt x="0" y="0"/>
                </a:lnTo>
                <a:lnTo>
                  <a:pt x="0" y="433133"/>
                </a:lnTo>
                <a:close/>
              </a:path>
            </a:pathLst>
          </a:custGeom>
          <a:solidFill>
            <a:srgbClr val="9E0A0F"/>
          </a:solidFill>
        </p:spPr>
        <p:txBody>
          <a:bodyPr wrap="square" lIns="0" tIns="0" rIns="0" bIns="0" rtlCol="0"/>
          <a:lstStyle/>
          <a:p>
            <a:endParaRPr sz="2053"/>
          </a:p>
        </p:txBody>
      </p:sp>
      <p:sp>
        <p:nvSpPr>
          <p:cNvPr id="2" name="Holder 2"/>
          <p:cNvSpPr>
            <a:spLocks noGrp="1"/>
          </p:cNvSpPr>
          <p:nvPr>
            <p:ph type="title"/>
          </p:nvPr>
        </p:nvSpPr>
        <p:spPr>
          <a:xfrm>
            <a:off x="489046" y="1131291"/>
            <a:ext cx="4727658" cy="430887"/>
          </a:xfrm>
          <a:prstGeom prst="rect">
            <a:avLst/>
          </a:prstGeom>
        </p:spPr>
        <p:txBody>
          <a:bodyPr wrap="square" lIns="0" tIns="0" rIns="0" bIns="0">
            <a:spAutoFit/>
          </a:bodyPr>
          <a:lstStyle>
            <a:lvl1pPr>
              <a:defRPr sz="2800" b="1" i="0">
                <a:solidFill>
                  <a:srgbClr val="9E0A0F"/>
                </a:solidFill>
                <a:latin typeface="Verdana"/>
                <a:cs typeface="Verdana"/>
              </a:defRPr>
            </a:lvl1pPr>
          </a:lstStyle>
          <a:p>
            <a:endParaRPr/>
          </a:p>
        </p:txBody>
      </p:sp>
      <p:sp>
        <p:nvSpPr>
          <p:cNvPr id="3" name="Holder 3"/>
          <p:cNvSpPr>
            <a:spLocks noGrp="1"/>
          </p:cNvSpPr>
          <p:nvPr>
            <p:ph type="body" idx="1"/>
          </p:nvPr>
        </p:nvSpPr>
        <p:spPr>
          <a:xfrm>
            <a:off x="489045" y="1502488"/>
            <a:ext cx="5518980" cy="292388"/>
          </a:xfrm>
          <a:prstGeom prst="rect">
            <a:avLst/>
          </a:prstGeom>
        </p:spPr>
        <p:txBody>
          <a:bodyPr wrap="square" lIns="0" tIns="0" rIns="0" bIns="0">
            <a:spAutoFit/>
          </a:bodyPr>
          <a:lstStyle>
            <a:lvl1pPr>
              <a:defRPr sz="1900" b="1" i="0">
                <a:solidFill>
                  <a:srgbClr val="9E0A0F"/>
                </a:solidFill>
                <a:latin typeface="Verdana"/>
                <a:cs typeface="Verdana"/>
              </a:defRPr>
            </a:lvl1pPr>
          </a:lstStyle>
          <a:p>
            <a:endParaRPr/>
          </a:p>
        </p:txBody>
      </p:sp>
      <p:sp>
        <p:nvSpPr>
          <p:cNvPr id="4" name="Holder 4"/>
          <p:cNvSpPr>
            <a:spLocks noGrp="1"/>
          </p:cNvSpPr>
          <p:nvPr>
            <p:ph type="ftr" sz="quarter" idx="5"/>
          </p:nvPr>
        </p:nvSpPr>
        <p:spPr>
          <a:xfrm>
            <a:off x="4145280" y="6377940"/>
            <a:ext cx="3901440" cy="276999"/>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9600" y="6377940"/>
            <a:ext cx="2804160" cy="276999"/>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5/15/2026</a:t>
            </a:fld>
            <a:endParaRPr lang="en-US"/>
          </a:p>
        </p:txBody>
      </p:sp>
      <p:sp>
        <p:nvSpPr>
          <p:cNvPr id="6" name="Holder 6"/>
          <p:cNvSpPr>
            <a:spLocks noGrp="1"/>
          </p:cNvSpPr>
          <p:nvPr>
            <p:ph type="sldNum" sz="quarter" idx="7"/>
          </p:nvPr>
        </p:nvSpPr>
        <p:spPr>
          <a:xfrm>
            <a:off x="8778240" y="6377940"/>
            <a:ext cx="2804160" cy="276999"/>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3666354306"/>
      </p:ext>
    </p:extLst>
  </p:cSld>
  <p:clrMap bg1="lt1" tx1="dk1" bg2="lt2" tx2="dk2" accent1="accent1" accent2="accent2" accent3="accent3" accent4="accent4" accent5="accent5" accent6="accent6" hlink="hlink" folHlink="folHlink"/>
  <p:sldLayoutIdLst>
    <p:sldLayoutId id="2147483995" r:id="rId1"/>
    <p:sldLayoutId id="2147483996" r:id="rId2"/>
    <p:sldLayoutId id="2147483997" r:id="rId3"/>
    <p:sldLayoutId id="2147483998" r:id="rId4"/>
    <p:sldLayoutId id="2147483999" r:id="rId5"/>
  </p:sldLayoutIdLst>
  <p:transition spd="slow">
    <p:cover/>
  </p:transition>
  <p:txStyles>
    <p:titleStyle>
      <a:lvl1pPr>
        <a:defRPr>
          <a:latin typeface="+mj-lt"/>
          <a:ea typeface="+mj-ea"/>
          <a:cs typeface="+mj-cs"/>
        </a:defRPr>
      </a:lvl1pPr>
    </p:titleStyle>
    <p:bodyStyle>
      <a:lvl1pPr marL="0">
        <a:defRPr>
          <a:latin typeface="+mn-lt"/>
          <a:ea typeface="+mn-ea"/>
          <a:cs typeface="+mn-cs"/>
        </a:defRPr>
      </a:lvl1pPr>
      <a:lvl2pPr marL="521293">
        <a:defRPr>
          <a:latin typeface="+mn-lt"/>
          <a:ea typeface="+mn-ea"/>
          <a:cs typeface="+mn-cs"/>
        </a:defRPr>
      </a:lvl2pPr>
      <a:lvl3pPr marL="1042585">
        <a:defRPr>
          <a:latin typeface="+mn-lt"/>
          <a:ea typeface="+mn-ea"/>
          <a:cs typeface="+mn-cs"/>
        </a:defRPr>
      </a:lvl3pPr>
      <a:lvl4pPr marL="1563878">
        <a:defRPr>
          <a:latin typeface="+mn-lt"/>
          <a:ea typeface="+mn-ea"/>
          <a:cs typeface="+mn-cs"/>
        </a:defRPr>
      </a:lvl4pPr>
      <a:lvl5pPr marL="2085171">
        <a:defRPr>
          <a:latin typeface="+mn-lt"/>
          <a:ea typeface="+mn-ea"/>
          <a:cs typeface="+mn-cs"/>
        </a:defRPr>
      </a:lvl5pPr>
      <a:lvl6pPr marL="2606464">
        <a:defRPr>
          <a:latin typeface="+mn-lt"/>
          <a:ea typeface="+mn-ea"/>
          <a:cs typeface="+mn-cs"/>
        </a:defRPr>
      </a:lvl6pPr>
      <a:lvl7pPr marL="3127757">
        <a:defRPr>
          <a:latin typeface="+mn-lt"/>
          <a:ea typeface="+mn-ea"/>
          <a:cs typeface="+mn-cs"/>
        </a:defRPr>
      </a:lvl7pPr>
      <a:lvl8pPr marL="3649050">
        <a:defRPr>
          <a:latin typeface="+mn-lt"/>
          <a:ea typeface="+mn-ea"/>
          <a:cs typeface="+mn-cs"/>
        </a:defRPr>
      </a:lvl8pPr>
      <a:lvl9pPr marL="4170342">
        <a:defRPr>
          <a:latin typeface="+mn-lt"/>
          <a:ea typeface="+mn-ea"/>
          <a:cs typeface="+mn-cs"/>
        </a:defRPr>
      </a:lvl9pPr>
    </p:bodyStyle>
    <p:otherStyle>
      <a:lvl1pPr marL="0">
        <a:defRPr>
          <a:latin typeface="+mn-lt"/>
          <a:ea typeface="+mn-ea"/>
          <a:cs typeface="+mn-cs"/>
        </a:defRPr>
      </a:lvl1pPr>
      <a:lvl2pPr marL="521293">
        <a:defRPr>
          <a:latin typeface="+mn-lt"/>
          <a:ea typeface="+mn-ea"/>
          <a:cs typeface="+mn-cs"/>
        </a:defRPr>
      </a:lvl2pPr>
      <a:lvl3pPr marL="1042585">
        <a:defRPr>
          <a:latin typeface="+mn-lt"/>
          <a:ea typeface="+mn-ea"/>
          <a:cs typeface="+mn-cs"/>
        </a:defRPr>
      </a:lvl3pPr>
      <a:lvl4pPr marL="1563878">
        <a:defRPr>
          <a:latin typeface="+mn-lt"/>
          <a:ea typeface="+mn-ea"/>
          <a:cs typeface="+mn-cs"/>
        </a:defRPr>
      </a:lvl4pPr>
      <a:lvl5pPr marL="2085171">
        <a:defRPr>
          <a:latin typeface="+mn-lt"/>
          <a:ea typeface="+mn-ea"/>
          <a:cs typeface="+mn-cs"/>
        </a:defRPr>
      </a:lvl5pPr>
      <a:lvl6pPr marL="2606464">
        <a:defRPr>
          <a:latin typeface="+mn-lt"/>
          <a:ea typeface="+mn-ea"/>
          <a:cs typeface="+mn-cs"/>
        </a:defRPr>
      </a:lvl6pPr>
      <a:lvl7pPr marL="3127757">
        <a:defRPr>
          <a:latin typeface="+mn-lt"/>
          <a:ea typeface="+mn-ea"/>
          <a:cs typeface="+mn-cs"/>
        </a:defRPr>
      </a:lvl7pPr>
      <a:lvl8pPr marL="3649050">
        <a:defRPr>
          <a:latin typeface="+mn-lt"/>
          <a:ea typeface="+mn-ea"/>
          <a:cs typeface="+mn-cs"/>
        </a:defRPr>
      </a:lvl8pPr>
      <a:lvl9pPr marL="4170342">
        <a:defRPr>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k object 16">
            <a:extLst>
              <a:ext uri="{FF2B5EF4-FFF2-40B4-BE49-F238E27FC236}">
                <a16:creationId xmlns:a16="http://schemas.microsoft.com/office/drawing/2014/main" id="{8C2ADAC4-6F81-4146-9A34-BF496D00FC3F}"/>
              </a:ext>
            </a:extLst>
          </p:cNvPr>
          <p:cNvSpPr/>
          <p:nvPr/>
        </p:nvSpPr>
        <p:spPr>
          <a:xfrm>
            <a:off x="0" y="228421"/>
            <a:ext cx="12190657" cy="366817"/>
          </a:xfrm>
          <a:custGeom>
            <a:avLst/>
            <a:gdLst/>
            <a:ahLst/>
            <a:cxnLst/>
            <a:rect l="l" t="t" r="r" b="b"/>
            <a:pathLst>
              <a:path w="10692130" h="433705">
                <a:moveTo>
                  <a:pt x="0" y="433133"/>
                </a:moveTo>
                <a:lnTo>
                  <a:pt x="10692003" y="433133"/>
                </a:lnTo>
                <a:lnTo>
                  <a:pt x="10692003" y="0"/>
                </a:lnTo>
                <a:lnTo>
                  <a:pt x="0" y="0"/>
                </a:lnTo>
                <a:lnTo>
                  <a:pt x="0" y="433133"/>
                </a:lnTo>
                <a:close/>
              </a:path>
            </a:pathLst>
          </a:custGeom>
          <a:solidFill>
            <a:srgbClr val="9E0A0F"/>
          </a:solidFill>
        </p:spPr>
        <p:txBody>
          <a:bodyPr lIns="0" tIns="0" rIns="0" bIns="0"/>
          <a:lstStyle/>
          <a:p>
            <a:pPr eaLnBrk="1" fontAlgn="auto" hangingPunct="1">
              <a:spcBef>
                <a:spcPts val="0"/>
              </a:spcBef>
              <a:spcAft>
                <a:spcPts val="0"/>
              </a:spcAft>
              <a:defRPr/>
            </a:pPr>
            <a:endParaRPr sz="2053">
              <a:latin typeface="+mn-lt"/>
            </a:endParaRPr>
          </a:p>
        </p:txBody>
      </p:sp>
      <p:sp>
        <p:nvSpPr>
          <p:cNvPr id="1027" name="Holder 2">
            <a:extLst>
              <a:ext uri="{FF2B5EF4-FFF2-40B4-BE49-F238E27FC236}">
                <a16:creationId xmlns:a16="http://schemas.microsoft.com/office/drawing/2014/main" id="{1068001B-031D-4159-9F5D-2B2EC397857C}"/>
              </a:ext>
            </a:extLst>
          </p:cNvPr>
          <p:cNvSpPr>
            <a:spLocks noGrp="1" noChangeArrowheads="1"/>
          </p:cNvSpPr>
          <p:nvPr>
            <p:ph type="title"/>
          </p:nvPr>
        </p:nvSpPr>
        <p:spPr bwMode="auto">
          <a:xfrm>
            <a:off x="489078" y="1131356"/>
            <a:ext cx="4728196"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p>
            <a:pPr lvl="0"/>
            <a:endParaRPr lang="en-US" altLang="en-US"/>
          </a:p>
        </p:txBody>
      </p:sp>
      <p:sp>
        <p:nvSpPr>
          <p:cNvPr id="1028" name="Holder 3">
            <a:extLst>
              <a:ext uri="{FF2B5EF4-FFF2-40B4-BE49-F238E27FC236}">
                <a16:creationId xmlns:a16="http://schemas.microsoft.com/office/drawing/2014/main" id="{73D35E8B-D212-4169-B05A-10DD085D303D}"/>
              </a:ext>
            </a:extLst>
          </p:cNvPr>
          <p:cNvSpPr>
            <a:spLocks noGrp="1" noChangeArrowheads="1"/>
          </p:cNvSpPr>
          <p:nvPr>
            <p:ph type="body" idx="1"/>
          </p:nvPr>
        </p:nvSpPr>
        <p:spPr bwMode="auto">
          <a:xfrm>
            <a:off x="489078" y="1502203"/>
            <a:ext cx="5519587"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p>
            <a:pPr lvl="0"/>
            <a:endParaRPr lang="en-US" altLang="en-US"/>
          </a:p>
        </p:txBody>
      </p:sp>
      <p:sp>
        <p:nvSpPr>
          <p:cNvPr id="4" name="Holder 4">
            <a:extLst>
              <a:ext uri="{FF2B5EF4-FFF2-40B4-BE49-F238E27FC236}">
                <a16:creationId xmlns:a16="http://schemas.microsoft.com/office/drawing/2014/main" id="{1599B512-6F91-4A63-BCD8-161D399788F7}"/>
              </a:ext>
            </a:extLst>
          </p:cNvPr>
          <p:cNvSpPr>
            <a:spLocks noGrp="1"/>
          </p:cNvSpPr>
          <p:nvPr>
            <p:ph type="ftr" sz="quarter" idx="5"/>
          </p:nvPr>
        </p:nvSpPr>
        <p:spPr>
          <a:xfrm>
            <a:off x="4145065" y="6378317"/>
            <a:ext cx="3901870" cy="276999"/>
          </a:xfrm>
          <a:prstGeom prst="rect">
            <a:avLst/>
          </a:prstGeom>
        </p:spPr>
        <p:txBody>
          <a:bodyPr wrap="square" lIns="0" tIns="0" rIns="0" bIns="0">
            <a:spAutoFit/>
          </a:bodyPr>
          <a:lstStyle>
            <a:lvl1pPr algn="ctr" eaLnBrk="1" fontAlgn="auto" hangingPunct="1">
              <a:spcBef>
                <a:spcPts val="0"/>
              </a:spcBef>
              <a:spcAft>
                <a:spcPts val="0"/>
              </a:spcAft>
              <a:defRPr>
                <a:solidFill>
                  <a:schemeClr val="tx1">
                    <a:tint val="75000"/>
                  </a:schemeClr>
                </a:solidFill>
                <a:latin typeface="+mn-lt"/>
              </a:defRPr>
            </a:lvl1pPr>
          </a:lstStyle>
          <a:p>
            <a:pPr>
              <a:defRPr/>
            </a:pPr>
            <a:endParaRPr/>
          </a:p>
        </p:txBody>
      </p:sp>
      <p:sp>
        <p:nvSpPr>
          <p:cNvPr id="5" name="Holder 5">
            <a:extLst>
              <a:ext uri="{FF2B5EF4-FFF2-40B4-BE49-F238E27FC236}">
                <a16:creationId xmlns:a16="http://schemas.microsoft.com/office/drawing/2014/main" id="{277F176F-63E4-4C89-AAE5-13B4B52B8481}"/>
              </a:ext>
            </a:extLst>
          </p:cNvPr>
          <p:cNvSpPr>
            <a:spLocks noGrp="1"/>
          </p:cNvSpPr>
          <p:nvPr>
            <p:ph type="dt" sz="half" idx="6"/>
          </p:nvPr>
        </p:nvSpPr>
        <p:spPr>
          <a:xfrm>
            <a:off x="610003" y="6378317"/>
            <a:ext cx="2804134" cy="276999"/>
          </a:xfrm>
          <a:prstGeom prst="rect">
            <a:avLst/>
          </a:prstGeom>
        </p:spPr>
        <p:txBody>
          <a:bodyPr wrap="square" lIns="0" tIns="0" rIns="0" bIns="0">
            <a:spAutoFit/>
          </a:bodyPr>
          <a:lstStyle>
            <a:lvl1pPr algn="l" eaLnBrk="1" fontAlgn="auto" hangingPunct="1">
              <a:spcBef>
                <a:spcPts val="0"/>
              </a:spcBef>
              <a:spcAft>
                <a:spcPts val="0"/>
              </a:spcAft>
              <a:defRPr>
                <a:solidFill>
                  <a:schemeClr val="tx1">
                    <a:tint val="75000"/>
                  </a:schemeClr>
                </a:solidFill>
                <a:latin typeface="+mn-lt"/>
              </a:defRPr>
            </a:lvl1pPr>
          </a:lstStyle>
          <a:p>
            <a:pPr>
              <a:defRPr/>
            </a:pPr>
            <a:fld id="{54483C74-D8CC-4717-8CB8-C9E60AA97FBC}" type="datetimeFigureOut">
              <a:rPr lang="en-US"/>
              <a:pPr>
                <a:defRPr/>
              </a:pPr>
              <a:t>5/15/2026</a:t>
            </a:fld>
            <a:endParaRPr lang="en-US"/>
          </a:p>
        </p:txBody>
      </p:sp>
      <p:sp>
        <p:nvSpPr>
          <p:cNvPr id="6" name="Holder 6">
            <a:extLst>
              <a:ext uri="{FF2B5EF4-FFF2-40B4-BE49-F238E27FC236}">
                <a16:creationId xmlns:a16="http://schemas.microsoft.com/office/drawing/2014/main" id="{AF5CEB3E-88EE-46EA-A62D-F2B6CFAFF0AC}"/>
              </a:ext>
            </a:extLst>
          </p:cNvPr>
          <p:cNvSpPr>
            <a:spLocks noGrp="1"/>
          </p:cNvSpPr>
          <p:nvPr>
            <p:ph type="sldNum" sz="quarter" idx="7"/>
          </p:nvPr>
        </p:nvSpPr>
        <p:spPr>
          <a:xfrm>
            <a:off x="8777864" y="6378317"/>
            <a:ext cx="2804133" cy="276999"/>
          </a:xfrm>
          <a:prstGeom prst="rect">
            <a:avLst/>
          </a:prstGeom>
        </p:spPr>
        <p:txBody>
          <a:bodyPr wrap="square" lIns="0" tIns="0" rIns="0" bIns="0">
            <a:spAutoFit/>
          </a:bodyPr>
          <a:lstStyle>
            <a:lvl1pPr algn="r" eaLnBrk="1" fontAlgn="auto" hangingPunct="1">
              <a:spcBef>
                <a:spcPts val="0"/>
              </a:spcBef>
              <a:spcAft>
                <a:spcPts val="0"/>
              </a:spcAft>
              <a:defRPr>
                <a:solidFill>
                  <a:schemeClr val="tx1">
                    <a:tint val="75000"/>
                  </a:schemeClr>
                </a:solidFill>
                <a:latin typeface="+mn-lt"/>
              </a:defRPr>
            </a:lvl1pPr>
          </a:lstStyle>
          <a:p>
            <a:pPr>
              <a:defRPr/>
            </a:pPr>
            <a:fld id="{756FCE97-00DF-4E3B-AFE8-A491CAD8B3C3}" type="slidenum">
              <a:rPr/>
              <a:pPr>
                <a:defRPr/>
              </a:pPr>
              <a:t>‹#›</a:t>
            </a:fld>
            <a:endParaRPr/>
          </a:p>
        </p:txBody>
      </p:sp>
    </p:spTree>
    <p:extLst>
      <p:ext uri="{BB962C8B-B14F-4D97-AF65-F5344CB8AC3E}">
        <p14:creationId xmlns:p14="http://schemas.microsoft.com/office/powerpoint/2010/main" val="198178349"/>
      </p:ext>
    </p:extLst>
  </p:cSld>
  <p:clrMap bg1="lt1" tx1="dk1" bg2="lt2" tx2="dk2" accent1="accent1" accent2="accent2" accent3="accent3" accent4="accent4" accent5="accent5" accent6="accent6" hlink="hlink" folHlink="folHlink"/>
  <p:sldLayoutIdLst>
    <p:sldLayoutId id="2147484001" r:id="rId1"/>
    <p:sldLayoutId id="2147484002" r:id="rId2"/>
    <p:sldLayoutId id="2147484003" r:id="rId3"/>
    <p:sldLayoutId id="2147484004" r:id="rId4"/>
    <p:sldLayoutId id="2147484005" r:id="rId5"/>
  </p:sldLayoutIdLst>
  <p:txStyles>
    <p:titleStyle>
      <a:lvl1pPr algn="ctr" rtl="0" eaLnBrk="0" fontAlgn="base" hangingPunct="0">
        <a:spcBef>
          <a:spcPct val="0"/>
        </a:spcBef>
        <a:spcAft>
          <a:spcPct val="0"/>
        </a:spcAft>
        <a:defRPr>
          <a:solidFill>
            <a:schemeClr val="tx2"/>
          </a:solidFill>
          <a:latin typeface="+mj-lt"/>
          <a:ea typeface="+mj-ea"/>
          <a:cs typeface="+mj-cs"/>
        </a:defRPr>
      </a:lvl1pPr>
      <a:lvl2pPr algn="ctr" rtl="0" eaLnBrk="0" fontAlgn="base" hangingPunct="0">
        <a:spcBef>
          <a:spcPct val="0"/>
        </a:spcBef>
        <a:spcAft>
          <a:spcPct val="0"/>
        </a:spcAft>
        <a:defRPr>
          <a:solidFill>
            <a:schemeClr val="tx2"/>
          </a:solidFill>
          <a:latin typeface="Calibri" panose="020F0502020204030204" pitchFamily="34" charset="0"/>
        </a:defRPr>
      </a:lvl2pPr>
      <a:lvl3pPr algn="ctr" rtl="0" eaLnBrk="0" fontAlgn="base" hangingPunct="0">
        <a:spcBef>
          <a:spcPct val="0"/>
        </a:spcBef>
        <a:spcAft>
          <a:spcPct val="0"/>
        </a:spcAft>
        <a:defRPr>
          <a:solidFill>
            <a:schemeClr val="tx2"/>
          </a:solidFill>
          <a:latin typeface="Calibri" panose="020F0502020204030204" pitchFamily="34" charset="0"/>
        </a:defRPr>
      </a:lvl3pPr>
      <a:lvl4pPr algn="ctr" rtl="0" eaLnBrk="0" fontAlgn="base" hangingPunct="0">
        <a:spcBef>
          <a:spcPct val="0"/>
        </a:spcBef>
        <a:spcAft>
          <a:spcPct val="0"/>
        </a:spcAft>
        <a:defRPr>
          <a:solidFill>
            <a:schemeClr val="tx2"/>
          </a:solidFill>
          <a:latin typeface="Calibri" panose="020F0502020204030204" pitchFamily="34" charset="0"/>
        </a:defRPr>
      </a:lvl4pPr>
      <a:lvl5pPr algn="ctr" rtl="0" eaLnBrk="0" fontAlgn="base" hangingPunct="0">
        <a:spcBef>
          <a:spcPct val="0"/>
        </a:spcBef>
        <a:spcAft>
          <a:spcPct val="0"/>
        </a:spcAft>
        <a:defRPr>
          <a:solidFill>
            <a:schemeClr val="tx2"/>
          </a:solidFill>
          <a:latin typeface="Calibri" panose="020F0502020204030204" pitchFamily="34" charset="0"/>
        </a:defRPr>
      </a:lvl5pPr>
      <a:lvl6pPr marL="386974" algn="ctr" rtl="0" eaLnBrk="0" fontAlgn="base" hangingPunct="0">
        <a:spcBef>
          <a:spcPct val="0"/>
        </a:spcBef>
        <a:spcAft>
          <a:spcPct val="0"/>
        </a:spcAft>
        <a:defRPr>
          <a:solidFill>
            <a:schemeClr val="tx2"/>
          </a:solidFill>
          <a:latin typeface="Calibri" panose="020F0502020204030204" pitchFamily="34" charset="0"/>
        </a:defRPr>
      </a:lvl6pPr>
      <a:lvl7pPr marL="773948" algn="ctr" rtl="0" eaLnBrk="0" fontAlgn="base" hangingPunct="0">
        <a:spcBef>
          <a:spcPct val="0"/>
        </a:spcBef>
        <a:spcAft>
          <a:spcPct val="0"/>
        </a:spcAft>
        <a:defRPr>
          <a:solidFill>
            <a:schemeClr val="tx2"/>
          </a:solidFill>
          <a:latin typeface="Calibri" panose="020F0502020204030204" pitchFamily="34" charset="0"/>
        </a:defRPr>
      </a:lvl7pPr>
      <a:lvl8pPr marL="1160922" algn="ctr" rtl="0" eaLnBrk="0" fontAlgn="base" hangingPunct="0">
        <a:spcBef>
          <a:spcPct val="0"/>
        </a:spcBef>
        <a:spcAft>
          <a:spcPct val="0"/>
        </a:spcAft>
        <a:defRPr>
          <a:solidFill>
            <a:schemeClr val="tx2"/>
          </a:solidFill>
          <a:latin typeface="Calibri" panose="020F0502020204030204" pitchFamily="34" charset="0"/>
        </a:defRPr>
      </a:lvl8pPr>
      <a:lvl9pPr marL="1547896" algn="ctr" rtl="0" eaLnBrk="0" fontAlgn="base" hangingPunct="0">
        <a:spcBef>
          <a:spcPct val="0"/>
        </a:spcBef>
        <a:spcAft>
          <a:spcPct val="0"/>
        </a:spcAft>
        <a:defRPr>
          <a:solidFill>
            <a:schemeClr val="tx2"/>
          </a:solidFill>
          <a:latin typeface="Calibri" panose="020F0502020204030204" pitchFamily="34" charset="0"/>
        </a:defRPr>
      </a:lvl9pPr>
    </p:titleStyle>
    <p:bodyStyle>
      <a:lvl1pPr algn="l" rtl="0" eaLnBrk="0" fontAlgn="base" hangingPunct="0">
        <a:spcBef>
          <a:spcPct val="20000"/>
        </a:spcBef>
        <a:spcAft>
          <a:spcPct val="0"/>
        </a:spcAft>
        <a:defRPr>
          <a:solidFill>
            <a:schemeClr val="tx1"/>
          </a:solidFill>
          <a:latin typeface="+mn-lt"/>
          <a:ea typeface="+mn-ea"/>
          <a:cs typeface="+mn-cs"/>
        </a:defRPr>
      </a:lvl1pPr>
      <a:lvl2pPr marL="519997" algn="l" rtl="0" eaLnBrk="0" fontAlgn="base" hangingPunct="0">
        <a:spcBef>
          <a:spcPct val="20000"/>
        </a:spcBef>
        <a:spcAft>
          <a:spcPct val="0"/>
        </a:spcAft>
        <a:defRPr>
          <a:solidFill>
            <a:schemeClr val="tx1"/>
          </a:solidFill>
          <a:latin typeface="+mn-lt"/>
          <a:ea typeface="+mn-ea"/>
          <a:cs typeface="+mn-cs"/>
        </a:defRPr>
      </a:lvl2pPr>
      <a:lvl3pPr marL="1041337" algn="l" rtl="0" eaLnBrk="0" fontAlgn="base" hangingPunct="0">
        <a:spcBef>
          <a:spcPct val="20000"/>
        </a:spcBef>
        <a:spcAft>
          <a:spcPct val="0"/>
        </a:spcAft>
        <a:defRPr>
          <a:solidFill>
            <a:schemeClr val="tx1"/>
          </a:solidFill>
          <a:latin typeface="+mn-lt"/>
          <a:ea typeface="+mn-ea"/>
          <a:cs typeface="+mn-cs"/>
        </a:defRPr>
      </a:lvl3pPr>
      <a:lvl4pPr marL="1562677" algn="l" rtl="0" eaLnBrk="0" fontAlgn="base" hangingPunct="0">
        <a:spcBef>
          <a:spcPct val="20000"/>
        </a:spcBef>
        <a:spcAft>
          <a:spcPct val="0"/>
        </a:spcAft>
        <a:defRPr>
          <a:solidFill>
            <a:schemeClr val="tx1"/>
          </a:solidFill>
          <a:latin typeface="+mn-lt"/>
          <a:ea typeface="+mn-ea"/>
          <a:cs typeface="+mn-cs"/>
        </a:defRPr>
      </a:lvl4pPr>
      <a:lvl5pPr marL="2084017" algn="l" rtl="0" eaLnBrk="0" fontAlgn="base" hangingPunct="0">
        <a:spcBef>
          <a:spcPct val="20000"/>
        </a:spcBef>
        <a:spcAft>
          <a:spcPct val="0"/>
        </a:spcAft>
        <a:defRPr>
          <a:solidFill>
            <a:schemeClr val="tx1"/>
          </a:solidFill>
          <a:latin typeface="+mn-lt"/>
          <a:ea typeface="+mn-ea"/>
          <a:cs typeface="+mn-cs"/>
        </a:defRPr>
      </a:lvl5pPr>
      <a:lvl6pPr marL="2606464">
        <a:defRPr>
          <a:latin typeface="+mn-lt"/>
          <a:ea typeface="+mn-ea"/>
          <a:cs typeface="+mn-cs"/>
        </a:defRPr>
      </a:lvl6pPr>
      <a:lvl7pPr marL="3127757">
        <a:defRPr>
          <a:latin typeface="+mn-lt"/>
          <a:ea typeface="+mn-ea"/>
          <a:cs typeface="+mn-cs"/>
        </a:defRPr>
      </a:lvl7pPr>
      <a:lvl8pPr marL="3649050">
        <a:defRPr>
          <a:latin typeface="+mn-lt"/>
          <a:ea typeface="+mn-ea"/>
          <a:cs typeface="+mn-cs"/>
        </a:defRPr>
      </a:lvl8pPr>
      <a:lvl9pPr marL="4170342">
        <a:defRPr>
          <a:latin typeface="+mn-lt"/>
          <a:ea typeface="+mn-ea"/>
          <a:cs typeface="+mn-cs"/>
        </a:defRPr>
      </a:lvl9pPr>
    </p:bodyStyle>
    <p:otherStyle>
      <a:lvl1pPr marL="0">
        <a:defRPr>
          <a:latin typeface="+mn-lt"/>
          <a:ea typeface="+mn-ea"/>
          <a:cs typeface="+mn-cs"/>
        </a:defRPr>
      </a:lvl1pPr>
      <a:lvl2pPr marL="521293">
        <a:defRPr>
          <a:latin typeface="+mn-lt"/>
          <a:ea typeface="+mn-ea"/>
          <a:cs typeface="+mn-cs"/>
        </a:defRPr>
      </a:lvl2pPr>
      <a:lvl3pPr marL="1042585">
        <a:defRPr>
          <a:latin typeface="+mn-lt"/>
          <a:ea typeface="+mn-ea"/>
          <a:cs typeface="+mn-cs"/>
        </a:defRPr>
      </a:lvl3pPr>
      <a:lvl4pPr marL="1563878">
        <a:defRPr>
          <a:latin typeface="+mn-lt"/>
          <a:ea typeface="+mn-ea"/>
          <a:cs typeface="+mn-cs"/>
        </a:defRPr>
      </a:lvl4pPr>
      <a:lvl5pPr marL="2085171">
        <a:defRPr>
          <a:latin typeface="+mn-lt"/>
          <a:ea typeface="+mn-ea"/>
          <a:cs typeface="+mn-cs"/>
        </a:defRPr>
      </a:lvl5pPr>
      <a:lvl6pPr marL="2606464">
        <a:defRPr>
          <a:latin typeface="+mn-lt"/>
          <a:ea typeface="+mn-ea"/>
          <a:cs typeface="+mn-cs"/>
        </a:defRPr>
      </a:lvl6pPr>
      <a:lvl7pPr marL="3127757">
        <a:defRPr>
          <a:latin typeface="+mn-lt"/>
          <a:ea typeface="+mn-ea"/>
          <a:cs typeface="+mn-cs"/>
        </a:defRPr>
      </a:lvl7pPr>
      <a:lvl8pPr marL="3649050">
        <a:defRPr>
          <a:latin typeface="+mn-lt"/>
          <a:ea typeface="+mn-ea"/>
          <a:cs typeface="+mn-cs"/>
        </a:defRPr>
      </a:lvl8pPr>
      <a:lvl9pPr marL="4170342">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6.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svg"/><Relationship Id="rId7" Type="http://schemas.openxmlformats.org/officeDocument/2006/relationships/image" Target="../media/image8.svg"/><Relationship Id="rId2" Type="http://schemas.openxmlformats.org/officeDocument/2006/relationships/image" Target="../media/image3.png"/><Relationship Id="rId1" Type="http://schemas.openxmlformats.org/officeDocument/2006/relationships/slideLayout" Target="../slideLayouts/slideLayout19.xml"/><Relationship Id="rId6" Type="http://schemas.openxmlformats.org/officeDocument/2006/relationships/image" Target="../media/image7.png"/><Relationship Id="rId5" Type="http://schemas.openxmlformats.org/officeDocument/2006/relationships/image" Target="../media/image6.svg"/><Relationship Id="rId4" Type="http://schemas.openxmlformats.org/officeDocument/2006/relationships/image" Target="../media/image5.png"/><Relationship Id="rId9" Type="http://schemas.openxmlformats.org/officeDocument/2006/relationships/image" Target="../media/image10.sv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svg"/><Relationship Id="rId1" Type="http://schemas.openxmlformats.org/officeDocument/2006/relationships/slideLayout" Target="../slideLayouts/slideLayout19.xml"/><Relationship Id="rId5" Type="http://schemas.openxmlformats.org/officeDocument/2006/relationships/image" Target="../media/image14.svg"/><Relationship Id="rId4" Type="http://schemas.openxmlformats.org/officeDocument/2006/relationships/image" Target="../media/image13.sv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9.xml"/></Relationships>
</file>

<file path=ppt/slides/_rels/slide1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9.xml"/></Relationships>
</file>

<file path=ppt/slides/_rels/slide1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9.xml"/></Relationships>
</file>

<file path=ppt/slides/_rels/slide2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9.xml"/></Relationships>
</file>

<file path=ppt/slides/_rels/slide2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9.xml"/></Relationships>
</file>

<file path=ppt/slides/_rels/slide22.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9.xml"/></Relationships>
</file>

<file path=ppt/slides/_rels/slide23.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9.xml"/></Relationships>
</file>

<file path=ppt/slides/_rels/slide2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9.xml"/></Relationships>
</file>

<file path=ppt/slides/_rels/slide25.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9.xml"/></Relationships>
</file>

<file path=ppt/slides/_rels/slide26.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9.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31.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9.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a:extLst>
              <a:ext uri="{FF2B5EF4-FFF2-40B4-BE49-F238E27FC236}">
                <a16:creationId xmlns:a16="http://schemas.microsoft.com/office/drawing/2014/main" id="{28990CBA-FF08-4ECC-A66B-0BDC8820EE71}"/>
              </a:ext>
            </a:extLst>
          </p:cNvPr>
          <p:cNvSpPr/>
          <p:nvPr/>
        </p:nvSpPr>
        <p:spPr>
          <a:xfrm>
            <a:off x="0" y="2177574"/>
            <a:ext cx="12201029" cy="4680426"/>
          </a:xfrm>
          <a:custGeom>
            <a:avLst/>
            <a:gdLst/>
            <a:ahLst/>
            <a:cxnLst/>
            <a:rect l="l" t="t" r="r" b="b"/>
            <a:pathLst>
              <a:path w="10692130" h="5418455">
                <a:moveTo>
                  <a:pt x="0" y="5417997"/>
                </a:moveTo>
                <a:lnTo>
                  <a:pt x="10692003" y="5417997"/>
                </a:lnTo>
                <a:lnTo>
                  <a:pt x="10692003" y="0"/>
                </a:lnTo>
                <a:lnTo>
                  <a:pt x="0" y="0"/>
                </a:lnTo>
                <a:lnTo>
                  <a:pt x="0" y="5417997"/>
                </a:lnTo>
                <a:close/>
              </a:path>
            </a:pathLst>
          </a:custGeom>
          <a:solidFill>
            <a:srgbClr val="9E0A0F"/>
          </a:solidFill>
        </p:spPr>
        <p:txBody>
          <a:bodyPr lIns="0" tIns="0" rIns="0" bIns="0"/>
          <a:lstStyle/>
          <a:p>
            <a:pPr marL="0" marR="0" lvl="0" indent="0" algn="l" defTabSz="773948" rtl="0" eaLnBrk="1" fontAlgn="auto" latinLnBrk="0" hangingPunct="1">
              <a:lnSpc>
                <a:spcPct val="100000"/>
              </a:lnSpc>
              <a:spcBef>
                <a:spcPts val="0"/>
              </a:spcBef>
              <a:spcAft>
                <a:spcPts val="0"/>
              </a:spcAft>
              <a:buClrTx/>
              <a:buSzTx/>
              <a:buFontTx/>
              <a:buNone/>
              <a:tabLst/>
              <a:defRPr/>
            </a:pPr>
            <a:endParaRPr kumimoji="0" sz="2053" b="0" i="0" u="none" strike="noStrike" kern="1200" cap="none" spc="0" normalizeH="0" baseline="0" noProof="0" dirty="0">
              <a:ln>
                <a:noFill/>
              </a:ln>
              <a:solidFill>
                <a:prstClr val="black"/>
              </a:solidFill>
              <a:effectLst/>
              <a:uLnTx/>
              <a:uFillTx/>
              <a:latin typeface="+mj-lt"/>
              <a:ea typeface="+mn-ea"/>
              <a:cs typeface="+mn-cs"/>
            </a:endParaRPr>
          </a:p>
        </p:txBody>
      </p:sp>
      <p:pic>
        <p:nvPicPr>
          <p:cNvPr id="4100" name="Picture 2" descr="C:\Users\Admin\Downloads\logo Yersin-01.png">
            <a:extLst>
              <a:ext uri="{FF2B5EF4-FFF2-40B4-BE49-F238E27FC236}">
                <a16:creationId xmlns:a16="http://schemas.microsoft.com/office/drawing/2014/main" id="{2A856410-6E4F-4E21-B1EB-74D6389CC9AA}"/>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012569" y="305511"/>
            <a:ext cx="1620000" cy="9796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object 3">
            <a:extLst>
              <a:ext uri="{FF2B5EF4-FFF2-40B4-BE49-F238E27FC236}">
                <a16:creationId xmlns:a16="http://schemas.microsoft.com/office/drawing/2014/main" id="{FC22FAD1-0A3D-C4BE-6FBD-C0B37BBFC0FE}"/>
              </a:ext>
            </a:extLst>
          </p:cNvPr>
          <p:cNvSpPr txBox="1"/>
          <p:nvPr/>
        </p:nvSpPr>
        <p:spPr>
          <a:xfrm>
            <a:off x="3872590" y="4753138"/>
            <a:ext cx="4577445" cy="777173"/>
          </a:xfrm>
          <a:prstGeom prst="rect">
            <a:avLst/>
          </a:prstGeom>
        </p:spPr>
        <p:txBody>
          <a:bodyPr vert="horz" wrap="square" lIns="0" tIns="12737" rIns="0" bIns="0" rtlCol="0">
            <a:spAutoFit/>
          </a:bodyPr>
          <a:lstStyle/>
          <a:p>
            <a:pPr marL="9097" lvl="0" algn="ctr" defTabSz="655070">
              <a:spcBef>
                <a:spcPts val="100"/>
              </a:spcBef>
              <a:defRPr/>
            </a:pPr>
            <a:r>
              <a:rPr lang="vi-VN" sz="1600" b="1" dirty="0">
                <a:solidFill>
                  <a:prstClr val="white"/>
                </a:solidFill>
                <a:latin typeface="+mj-lt"/>
                <a:ea typeface="Verdana" pitchFamily="34" charset="0"/>
                <a:cs typeface="Arial" panose="020B0604020202020204" pitchFamily="34" charset="0"/>
              </a:rPr>
              <a:t>Nhóm</a:t>
            </a:r>
            <a:r>
              <a:rPr lang="en-US" sz="1600" b="1" dirty="0">
                <a:solidFill>
                  <a:prstClr val="white"/>
                </a:solidFill>
                <a:latin typeface="+mj-lt"/>
                <a:ea typeface="Verdana" pitchFamily="34" charset="0"/>
                <a:cs typeface="Arial" panose="020B0604020202020204" pitchFamily="34" charset="0"/>
              </a:rPr>
              <a:t> 5</a:t>
            </a:r>
            <a:r>
              <a:rPr lang="vi-VN" sz="1600" b="1" dirty="0">
                <a:solidFill>
                  <a:prstClr val="white"/>
                </a:solidFill>
                <a:latin typeface="+mj-lt"/>
                <a:ea typeface="Verdana" pitchFamily="34" charset="0"/>
                <a:cs typeface="Arial" panose="020B0604020202020204" pitchFamily="34" charset="0"/>
              </a:rPr>
              <a:t>: Lê Ngọc Lan Vy-2401010511</a:t>
            </a:r>
            <a:endParaRPr lang="en-US" sz="1600" b="1" dirty="0">
              <a:solidFill>
                <a:prstClr val="white"/>
              </a:solidFill>
              <a:latin typeface="+mj-lt"/>
              <a:ea typeface="Verdana" pitchFamily="34" charset="0"/>
              <a:cs typeface="Arial" panose="020B0604020202020204" pitchFamily="34" charset="0"/>
            </a:endParaRPr>
          </a:p>
          <a:p>
            <a:pPr marL="9097" marR="0" lvl="0" indent="0" algn="ctr" defTabSz="655070" rtl="0" eaLnBrk="1" fontAlgn="auto" latinLnBrk="0" hangingPunct="1">
              <a:lnSpc>
                <a:spcPct val="100000"/>
              </a:lnSpc>
              <a:spcBef>
                <a:spcPts val="100"/>
              </a:spcBef>
              <a:spcAft>
                <a:spcPts val="0"/>
              </a:spcAft>
              <a:buClrTx/>
              <a:buSzTx/>
              <a:buFontTx/>
              <a:buNone/>
              <a:tabLst/>
              <a:defRPr/>
            </a:pPr>
            <a:r>
              <a:rPr lang="vi-VN" sz="1600" b="1" dirty="0">
                <a:solidFill>
                  <a:prstClr val="white"/>
                </a:solidFill>
                <a:latin typeface="+mj-lt"/>
                <a:ea typeface="Verdana" pitchFamily="34" charset="0"/>
                <a:cs typeface="Arial" panose="020B0604020202020204" pitchFamily="34" charset="0"/>
              </a:rPr>
              <a:t> Đinh Trần Ngọc Uyên-2401010462</a:t>
            </a:r>
          </a:p>
          <a:p>
            <a:pPr marL="9097" marR="0" lvl="0" indent="0" algn="ctr" defTabSz="655070" rtl="0" eaLnBrk="1" fontAlgn="auto" latinLnBrk="0" hangingPunct="1">
              <a:lnSpc>
                <a:spcPct val="100000"/>
              </a:lnSpc>
              <a:spcBef>
                <a:spcPts val="100"/>
              </a:spcBef>
              <a:spcAft>
                <a:spcPts val="0"/>
              </a:spcAft>
              <a:buClrTx/>
              <a:buSzTx/>
              <a:buFontTx/>
              <a:buNone/>
              <a:tabLst/>
              <a:defRPr/>
            </a:pPr>
            <a:r>
              <a:rPr kumimoji="0" lang="vi-VN" sz="1600" b="1" i="0" u="none" strike="noStrike" kern="1200" cap="none" spc="0" normalizeH="0" baseline="0" noProof="0" dirty="0">
                <a:ln>
                  <a:noFill/>
                </a:ln>
                <a:solidFill>
                  <a:prstClr val="white"/>
                </a:solidFill>
                <a:effectLst/>
                <a:uLnTx/>
                <a:uFillTx/>
                <a:latin typeface="+mj-lt"/>
                <a:ea typeface="Verdana" pitchFamily="34" charset="0"/>
                <a:cs typeface="Arial" panose="020B0604020202020204" pitchFamily="34" charset="0"/>
              </a:rPr>
              <a:t>   </a:t>
            </a:r>
            <a:endParaRPr kumimoji="0" sz="1600" b="0" i="0" u="none" strike="noStrike" kern="1200" cap="none" spc="0" normalizeH="0" baseline="0" noProof="0" dirty="0">
              <a:ln>
                <a:noFill/>
              </a:ln>
              <a:solidFill>
                <a:prstClr val="white"/>
              </a:solidFill>
              <a:effectLst/>
              <a:uLnTx/>
              <a:uFillTx/>
              <a:latin typeface="+mj-lt"/>
              <a:ea typeface="Verdana" pitchFamily="34" charset="0"/>
              <a:cs typeface="Arial" panose="020B0604020202020204" pitchFamily="34" charset="0"/>
            </a:endParaRPr>
          </a:p>
        </p:txBody>
      </p:sp>
      <p:sp>
        <p:nvSpPr>
          <p:cNvPr id="4" name="TextBox 3">
            <a:extLst>
              <a:ext uri="{FF2B5EF4-FFF2-40B4-BE49-F238E27FC236}">
                <a16:creationId xmlns:a16="http://schemas.microsoft.com/office/drawing/2014/main" id="{0FF2BBF2-547A-CE02-52AF-E8D35A83BB71}"/>
              </a:ext>
            </a:extLst>
          </p:cNvPr>
          <p:cNvSpPr txBox="1"/>
          <p:nvPr/>
        </p:nvSpPr>
        <p:spPr>
          <a:xfrm>
            <a:off x="0" y="1655898"/>
            <a:ext cx="12192000" cy="46166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8E0000"/>
                </a:solidFill>
                <a:effectLst/>
                <a:uLnTx/>
                <a:uFillTx/>
                <a:latin typeface="+mj-lt"/>
                <a:cs typeface="Arial" panose="020B0604020202020204" pitchFamily="34" charset="0"/>
              </a:rPr>
              <a:t>TRƯỜNG ĐẠI HỌC YERSIN ĐÀ LẠT</a:t>
            </a:r>
          </a:p>
        </p:txBody>
      </p:sp>
      <p:sp>
        <p:nvSpPr>
          <p:cNvPr id="7" name="object 4">
            <a:extLst>
              <a:ext uri="{FF2B5EF4-FFF2-40B4-BE49-F238E27FC236}">
                <a16:creationId xmlns:a16="http://schemas.microsoft.com/office/drawing/2014/main" id="{7D4486E3-7642-C9C0-C7C4-4450794E5FE7}"/>
              </a:ext>
            </a:extLst>
          </p:cNvPr>
          <p:cNvSpPr txBox="1">
            <a:spLocks noGrp="1"/>
          </p:cNvSpPr>
          <p:nvPr>
            <p:ph type="title"/>
          </p:nvPr>
        </p:nvSpPr>
        <p:spPr>
          <a:xfrm>
            <a:off x="0" y="2859075"/>
            <a:ext cx="12191999" cy="687962"/>
          </a:xfrm>
          <a:prstGeom prst="rect">
            <a:avLst/>
          </a:prstGeom>
        </p:spPr>
        <p:txBody>
          <a:bodyPr vert="horz" wrap="square" lIns="0" tIns="10749" rIns="0" bIns="0" rtlCol="0">
            <a:spAutoFit/>
          </a:bodyPr>
          <a:lstStyle/>
          <a:p>
            <a:pPr marL="0" marR="0" algn="ctr">
              <a:spcBef>
                <a:spcPts val="0"/>
              </a:spcBef>
              <a:spcAft>
                <a:spcPts val="0"/>
              </a:spcAft>
            </a:pPr>
            <a:r>
              <a:rPr lang="vi-VN" sz="4400" dirty="0">
                <a:solidFill>
                  <a:schemeClr val="bg1"/>
                </a:solidFill>
                <a:latin typeface="+mj-lt"/>
                <a:ea typeface="Times New Roman" panose="02020603050405020304" pitchFamily="18" charset="0"/>
                <a:cs typeface="Arial" panose="020B0604020202020204" pitchFamily="34" charset="0"/>
              </a:rPr>
              <a:t>QUẢN LÝ CHI TIÊU</a:t>
            </a:r>
            <a:endParaRPr lang="en-US" sz="4400" dirty="0">
              <a:solidFill>
                <a:schemeClr val="bg1"/>
              </a:solidFill>
              <a:effectLst/>
              <a:latin typeface="+mj-lt"/>
              <a:ea typeface="Times New Roman" panose="02020603050405020304" pitchFamily="18" charset="0"/>
              <a:cs typeface="Arial" panose="020B0604020202020204" pitchFamily="34" charset="0"/>
            </a:endParaRPr>
          </a:p>
        </p:txBody>
      </p:sp>
      <p:sp>
        <p:nvSpPr>
          <p:cNvPr id="6" name="Text 1">
            <a:extLst>
              <a:ext uri="{FF2B5EF4-FFF2-40B4-BE49-F238E27FC236}">
                <a16:creationId xmlns:a16="http://schemas.microsoft.com/office/drawing/2014/main" id="{34DA9496-1B35-A09A-0507-4C1CEEA6538A}"/>
              </a:ext>
            </a:extLst>
          </p:cNvPr>
          <p:cNvSpPr/>
          <p:nvPr/>
        </p:nvSpPr>
        <p:spPr>
          <a:xfrm>
            <a:off x="-141206" y="3712251"/>
            <a:ext cx="13042821" cy="362903"/>
          </a:xfrm>
          <a:prstGeom prst="rect">
            <a:avLst/>
          </a:prstGeom>
          <a:noFill/>
          <a:ln/>
        </p:spPr>
        <p:txBody>
          <a:bodyPr wrap="none" lIns="0" tIns="0" rIns="0" bIns="0" rtlCol="0" anchor="t"/>
          <a:lstStyle/>
          <a:p>
            <a:pPr marL="0" indent="0" algn="ctr">
              <a:lnSpc>
                <a:spcPts val="2850"/>
              </a:lnSpc>
              <a:buNone/>
            </a:pPr>
            <a:r>
              <a:rPr lang="en-US" sz="2800" dirty="0">
                <a:solidFill>
                  <a:schemeClr val="bg1"/>
                </a:solidFill>
                <a:latin typeface="+mj-lt"/>
                <a:ea typeface="Roboto" pitchFamily="34" charset="-122"/>
                <a:cs typeface="Times New Roman" panose="02020603050405020304" pitchFamily="18" charset="0"/>
              </a:rPr>
              <a:t>Đồ án môn Lập Trình Trên Windows — WinForms C#</a:t>
            </a:r>
            <a:endParaRPr lang="en-US" sz="2800" dirty="0">
              <a:solidFill>
                <a:schemeClr val="bg1"/>
              </a:solidFill>
              <a:latin typeface="+mj-lt"/>
              <a:cs typeface="Times New Roman" panose="02020603050405020304" pitchFamily="18" charset="0"/>
            </a:endParaRPr>
          </a:p>
        </p:txBody>
      </p:sp>
      <p:sp>
        <p:nvSpPr>
          <p:cNvPr id="5" name="object 3">
            <a:extLst>
              <a:ext uri="{FF2B5EF4-FFF2-40B4-BE49-F238E27FC236}">
                <a16:creationId xmlns:a16="http://schemas.microsoft.com/office/drawing/2014/main" id="{90822A77-4D10-D1C8-88E0-C77FEE1D8807}"/>
              </a:ext>
            </a:extLst>
          </p:cNvPr>
          <p:cNvSpPr txBox="1"/>
          <p:nvPr/>
        </p:nvSpPr>
        <p:spPr>
          <a:xfrm>
            <a:off x="3872590" y="4420332"/>
            <a:ext cx="4577445" cy="518128"/>
          </a:xfrm>
          <a:prstGeom prst="rect">
            <a:avLst/>
          </a:prstGeom>
        </p:spPr>
        <p:txBody>
          <a:bodyPr vert="horz" wrap="square" lIns="0" tIns="12737" rIns="0" bIns="0" rtlCol="0">
            <a:spAutoFit/>
          </a:bodyPr>
          <a:lstStyle/>
          <a:p>
            <a:pPr marL="9097" lvl="0" algn="ctr" defTabSz="655070">
              <a:spcBef>
                <a:spcPts val="100"/>
              </a:spcBef>
              <a:defRPr/>
            </a:pPr>
            <a:r>
              <a:rPr lang="en-US" sz="1600" b="1" dirty="0" err="1">
                <a:solidFill>
                  <a:prstClr val="white"/>
                </a:solidFill>
                <a:latin typeface="+mj-lt"/>
                <a:ea typeface="Verdana" pitchFamily="34" charset="0"/>
                <a:cs typeface="Arial" panose="020B0604020202020204" pitchFamily="34" charset="0"/>
              </a:rPr>
              <a:t>Giảng</a:t>
            </a:r>
            <a:r>
              <a:rPr lang="en-US" sz="1600" b="1" dirty="0">
                <a:solidFill>
                  <a:prstClr val="white"/>
                </a:solidFill>
                <a:latin typeface="+mj-lt"/>
                <a:ea typeface="Verdana" pitchFamily="34" charset="0"/>
                <a:cs typeface="Arial" panose="020B0604020202020204" pitchFamily="34" charset="0"/>
              </a:rPr>
              <a:t> </a:t>
            </a:r>
            <a:r>
              <a:rPr lang="en-US" sz="1600" b="1" dirty="0" err="1">
                <a:solidFill>
                  <a:prstClr val="white"/>
                </a:solidFill>
                <a:latin typeface="+mj-lt"/>
                <a:ea typeface="Verdana" pitchFamily="34" charset="0"/>
                <a:cs typeface="Arial" panose="020B0604020202020204" pitchFamily="34" charset="0"/>
              </a:rPr>
              <a:t>viên</a:t>
            </a:r>
            <a:r>
              <a:rPr lang="en-US" sz="1600" b="1" dirty="0">
                <a:solidFill>
                  <a:prstClr val="white"/>
                </a:solidFill>
                <a:latin typeface="+mj-lt"/>
                <a:ea typeface="Verdana" pitchFamily="34" charset="0"/>
                <a:cs typeface="Arial" panose="020B0604020202020204" pitchFamily="34" charset="0"/>
              </a:rPr>
              <a:t> </a:t>
            </a:r>
            <a:r>
              <a:rPr lang="en-US" sz="1600" b="1" dirty="0" err="1">
                <a:solidFill>
                  <a:prstClr val="white"/>
                </a:solidFill>
                <a:latin typeface="+mj-lt"/>
                <a:ea typeface="Verdana" pitchFamily="34" charset="0"/>
                <a:cs typeface="Arial" panose="020B0604020202020204" pitchFamily="34" charset="0"/>
              </a:rPr>
              <a:t>hướng</a:t>
            </a:r>
            <a:r>
              <a:rPr lang="en-US" sz="1600" b="1" dirty="0">
                <a:solidFill>
                  <a:prstClr val="white"/>
                </a:solidFill>
                <a:latin typeface="+mj-lt"/>
                <a:ea typeface="Verdana" pitchFamily="34" charset="0"/>
                <a:cs typeface="Arial" panose="020B0604020202020204" pitchFamily="34" charset="0"/>
              </a:rPr>
              <a:t> </a:t>
            </a:r>
            <a:r>
              <a:rPr lang="en-US" sz="1600" b="1" dirty="0" err="1">
                <a:solidFill>
                  <a:prstClr val="white"/>
                </a:solidFill>
                <a:latin typeface="+mj-lt"/>
                <a:ea typeface="Verdana" pitchFamily="34" charset="0"/>
                <a:cs typeface="Arial" panose="020B0604020202020204" pitchFamily="34" charset="0"/>
              </a:rPr>
              <a:t>dẫn</a:t>
            </a:r>
            <a:r>
              <a:rPr lang="en-US" sz="1600" b="1" dirty="0">
                <a:solidFill>
                  <a:prstClr val="white"/>
                </a:solidFill>
                <a:latin typeface="+mj-lt"/>
                <a:ea typeface="Verdana" pitchFamily="34" charset="0"/>
                <a:cs typeface="Arial" panose="020B0604020202020204" pitchFamily="34" charset="0"/>
              </a:rPr>
              <a:t>: </a:t>
            </a:r>
            <a:r>
              <a:rPr lang="en-US" sz="1600" b="1" dirty="0" err="1">
                <a:solidFill>
                  <a:prstClr val="white"/>
                </a:solidFill>
                <a:latin typeface="+mj-lt"/>
                <a:ea typeface="Verdana" pitchFamily="34" charset="0"/>
                <a:cs typeface="Arial" panose="020B0604020202020204" pitchFamily="34" charset="0"/>
              </a:rPr>
              <a:t>ThS.Đoàn</a:t>
            </a:r>
            <a:r>
              <a:rPr lang="en-US" sz="1600" b="1" dirty="0">
                <a:solidFill>
                  <a:prstClr val="white"/>
                </a:solidFill>
                <a:latin typeface="+mj-lt"/>
                <a:ea typeface="Verdana" pitchFamily="34" charset="0"/>
                <a:cs typeface="Arial" panose="020B0604020202020204" pitchFamily="34" charset="0"/>
              </a:rPr>
              <a:t> Minh </a:t>
            </a:r>
            <a:r>
              <a:rPr lang="en-US" sz="1600" b="1" dirty="0" err="1">
                <a:solidFill>
                  <a:prstClr val="white"/>
                </a:solidFill>
                <a:latin typeface="+mj-lt"/>
                <a:ea typeface="Verdana" pitchFamily="34" charset="0"/>
                <a:cs typeface="Arial" panose="020B0604020202020204" pitchFamily="34" charset="0"/>
              </a:rPr>
              <a:t>Khuê</a:t>
            </a:r>
            <a:endParaRPr lang="vi-VN" sz="1600" b="1" dirty="0">
              <a:solidFill>
                <a:prstClr val="white"/>
              </a:solidFill>
              <a:latin typeface="+mj-lt"/>
              <a:ea typeface="Verdana" pitchFamily="34" charset="0"/>
              <a:cs typeface="Arial" panose="020B0604020202020204" pitchFamily="34" charset="0"/>
            </a:endParaRPr>
          </a:p>
          <a:p>
            <a:pPr marL="9097" marR="0" lvl="0" indent="0" algn="ctr" defTabSz="655070" rtl="0" eaLnBrk="1" fontAlgn="auto" latinLnBrk="0" hangingPunct="1">
              <a:lnSpc>
                <a:spcPct val="100000"/>
              </a:lnSpc>
              <a:spcBef>
                <a:spcPts val="100"/>
              </a:spcBef>
              <a:spcAft>
                <a:spcPts val="0"/>
              </a:spcAft>
              <a:buClrTx/>
              <a:buSzTx/>
              <a:buFontTx/>
              <a:buNone/>
              <a:tabLst/>
              <a:defRPr/>
            </a:pPr>
            <a:r>
              <a:rPr kumimoji="0" lang="vi-VN" sz="1600" b="1" i="0" u="none" strike="noStrike" kern="1200" cap="none" spc="0" normalizeH="0" baseline="0" noProof="0" dirty="0">
                <a:ln>
                  <a:noFill/>
                </a:ln>
                <a:solidFill>
                  <a:prstClr val="white"/>
                </a:solidFill>
                <a:effectLst/>
                <a:uLnTx/>
                <a:uFillTx/>
                <a:latin typeface="+mj-lt"/>
                <a:ea typeface="Verdana" pitchFamily="34" charset="0"/>
                <a:cs typeface="Arial" panose="020B0604020202020204" pitchFamily="34" charset="0"/>
              </a:rPr>
              <a:t>   </a:t>
            </a:r>
            <a:endParaRPr kumimoji="0" sz="1600" b="0" i="0" u="none" strike="noStrike" kern="1200" cap="none" spc="0" normalizeH="0" baseline="0" noProof="0" dirty="0">
              <a:ln>
                <a:noFill/>
              </a:ln>
              <a:solidFill>
                <a:prstClr val="white"/>
              </a:solidFill>
              <a:effectLst/>
              <a:uLnTx/>
              <a:uFillTx/>
              <a:latin typeface="+mj-lt"/>
              <a:ea typeface="Verdana" pitchFamily="34" charset="0"/>
              <a:cs typeface="Arial" panose="020B0604020202020204" pitchFamily="34" charset="0"/>
            </a:endParaRPr>
          </a:p>
        </p:txBody>
      </p:sp>
      <p:sp>
        <p:nvSpPr>
          <p:cNvPr id="8" name="TextBox 7">
            <a:extLst>
              <a:ext uri="{FF2B5EF4-FFF2-40B4-BE49-F238E27FC236}">
                <a16:creationId xmlns:a16="http://schemas.microsoft.com/office/drawing/2014/main" id="{4DE7B94E-9DBE-34FB-8C13-E2B69702AEE2}"/>
              </a:ext>
            </a:extLst>
          </p:cNvPr>
          <p:cNvSpPr txBox="1"/>
          <p:nvPr/>
        </p:nvSpPr>
        <p:spPr>
          <a:xfrm>
            <a:off x="5187712" y="6009489"/>
            <a:ext cx="1947200" cy="369332"/>
          </a:xfrm>
          <a:prstGeom prst="rect">
            <a:avLst/>
          </a:prstGeom>
          <a:noFill/>
        </p:spPr>
        <p:txBody>
          <a:bodyPr wrap="none" rtlCol="0">
            <a:spAutoFit/>
          </a:bodyPr>
          <a:lstStyle/>
          <a:p>
            <a:r>
              <a:rPr lang="en-US" dirty="0">
                <a:solidFill>
                  <a:schemeClr val="bg1"/>
                </a:solidFill>
              </a:rPr>
              <a:t>www.yersin.edu.vn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1458097"/>
            <a:ext cx="12192000" cy="5399903"/>
          </a:xfrm>
          <a:custGeom>
            <a:avLst/>
            <a:gdLst/>
            <a:ahLst/>
            <a:cxnLst/>
            <a:rect l="l" t="t" r="r" b="b"/>
            <a:pathLst>
              <a:path w="10692130" h="5418455">
                <a:moveTo>
                  <a:pt x="0" y="5417997"/>
                </a:moveTo>
                <a:lnTo>
                  <a:pt x="10692003" y="5417997"/>
                </a:lnTo>
                <a:lnTo>
                  <a:pt x="10692003" y="0"/>
                </a:lnTo>
                <a:lnTo>
                  <a:pt x="0" y="0"/>
                </a:lnTo>
                <a:lnTo>
                  <a:pt x="0" y="5417997"/>
                </a:lnTo>
                <a:close/>
              </a:path>
            </a:pathLst>
          </a:custGeom>
          <a:solidFill>
            <a:srgbClr val="9E0A0F"/>
          </a:solidFill>
        </p:spPr>
        <p:txBody>
          <a:bodyPr wrap="square" lIns="0" tIns="0" rIns="0" bIns="0" rtlCol="0"/>
          <a:lstStyle/>
          <a:p>
            <a:pPr defTabSz="773948"/>
            <a:endParaRPr lang="en-US" sz="1524" dirty="0">
              <a:solidFill>
                <a:prstClr val="black"/>
              </a:solidFill>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4B52568B-2F04-4794-984D-BF91425C1AEE}"/>
              </a:ext>
            </a:extLst>
          </p:cNvPr>
          <p:cNvSpPr txBox="1"/>
          <p:nvPr/>
        </p:nvSpPr>
        <p:spPr>
          <a:xfrm>
            <a:off x="321275" y="503274"/>
            <a:ext cx="12191998" cy="584775"/>
          </a:xfrm>
          <a:prstGeom prst="rect">
            <a:avLst/>
          </a:prstGeom>
          <a:noFill/>
        </p:spPr>
        <p:txBody>
          <a:bodyPr wrap="square">
            <a:spAutoFit/>
          </a:bodyPr>
          <a:lstStyle/>
          <a:p>
            <a:pPr algn="just"/>
            <a:r>
              <a:rPr lang="vi-VN" sz="3200" b="1" dirty="0">
                <a:solidFill>
                  <a:srgbClr val="8E0000"/>
                </a:solidFill>
                <a:latin typeface="Times New Roman" panose="02020603050405020304" pitchFamily="18" charset="0"/>
                <a:cs typeface="Times New Roman" panose="02020603050405020304" pitchFamily="18" charset="0"/>
              </a:rPr>
              <a:t>Tổng quan </a:t>
            </a:r>
            <a:endParaRPr lang="en-US" sz="3200" b="1" dirty="0">
              <a:solidFill>
                <a:srgbClr val="8E0000"/>
              </a:solidFill>
              <a:latin typeface="Times New Roman" panose="02020603050405020304" pitchFamily="18" charset="0"/>
              <a:cs typeface="Times New Roman" panose="02020603050405020304" pitchFamily="18" charset="0"/>
            </a:endParaRPr>
          </a:p>
        </p:txBody>
      </p:sp>
      <p:sp>
        <p:nvSpPr>
          <p:cNvPr id="4" name="Title 3">
            <a:extLst>
              <a:ext uri="{FF2B5EF4-FFF2-40B4-BE49-F238E27FC236}">
                <a16:creationId xmlns:a16="http://schemas.microsoft.com/office/drawing/2014/main" id="{29C90662-42C0-A664-86BA-D7D91AC4DC26}"/>
              </a:ext>
            </a:extLst>
          </p:cNvPr>
          <p:cNvSpPr>
            <a:spLocks noGrp="1"/>
          </p:cNvSpPr>
          <p:nvPr>
            <p:ph type="title"/>
          </p:nvPr>
        </p:nvSpPr>
        <p:spPr>
          <a:xfrm>
            <a:off x="387178" y="1958138"/>
            <a:ext cx="8915848" cy="2950038"/>
          </a:xfrm>
        </p:spPr>
        <p:txBody>
          <a:bodyPr/>
          <a:lstStyle/>
          <a:p>
            <a:r>
              <a:rPr lang="vi-VN" sz="2800" b="0" dirty="0">
                <a:solidFill>
                  <a:schemeClr val="bg1"/>
                </a:solidFill>
                <a:latin typeface="Times New Roman" panose="02020603050405020304" pitchFamily="18" charset="0"/>
                <a:cs typeface="Times New Roman" panose="02020603050405020304" pitchFamily="18" charset="0"/>
              </a:rPr>
              <a:t>01</a:t>
            </a:r>
            <a:r>
              <a:rPr lang="en-US" sz="2800" b="0" dirty="0">
                <a:solidFill>
                  <a:schemeClr val="bg1"/>
                </a:solidFill>
                <a:latin typeface="Times New Roman" panose="02020603050405020304" pitchFamily="18" charset="0"/>
                <a:cs typeface="Times New Roman" panose="02020603050405020304" pitchFamily="18" charset="0"/>
              </a:rPr>
              <a:t>.</a:t>
            </a:r>
            <a:r>
              <a:rPr lang="vi-VN" sz="2800" b="0" dirty="0">
                <a:solidFill>
                  <a:schemeClr val="bg1"/>
                </a:solidFill>
                <a:latin typeface="Times New Roman" panose="02020603050405020304" pitchFamily="18" charset="0"/>
                <a:cs typeface="Times New Roman" panose="02020603050405020304" pitchFamily="18" charset="0"/>
              </a:rPr>
              <a:t> Mở đầu </a:t>
            </a:r>
            <a:br>
              <a:rPr lang="vi-VN" sz="2800" b="0" dirty="0">
                <a:solidFill>
                  <a:schemeClr val="bg1"/>
                </a:solidFill>
                <a:latin typeface="Times New Roman" panose="02020603050405020304" pitchFamily="18" charset="0"/>
                <a:cs typeface="Times New Roman" panose="02020603050405020304" pitchFamily="18" charset="0"/>
              </a:rPr>
            </a:br>
            <a:r>
              <a:rPr lang="vi-VN" sz="2800" b="0" dirty="0">
                <a:solidFill>
                  <a:schemeClr val="bg1"/>
                </a:solidFill>
                <a:latin typeface="Times New Roman" panose="02020603050405020304" pitchFamily="18" charset="0"/>
                <a:cs typeface="Times New Roman" panose="02020603050405020304" pitchFamily="18" charset="0"/>
              </a:rPr>
              <a:t>02</a:t>
            </a:r>
            <a:r>
              <a:rPr lang="en-US" sz="2800" b="0" dirty="0">
                <a:solidFill>
                  <a:schemeClr val="bg1"/>
                </a:solidFill>
                <a:latin typeface="Times New Roman" panose="02020603050405020304" pitchFamily="18" charset="0"/>
                <a:cs typeface="Times New Roman" panose="02020603050405020304" pitchFamily="18" charset="0"/>
              </a:rPr>
              <a:t>.</a:t>
            </a:r>
            <a:r>
              <a:rPr lang="vi-VN" sz="2800" b="0" dirty="0">
                <a:solidFill>
                  <a:schemeClr val="bg1"/>
                </a:solidFill>
                <a:latin typeface="Times New Roman" panose="02020603050405020304" pitchFamily="18" charset="0"/>
                <a:cs typeface="Times New Roman" panose="02020603050405020304" pitchFamily="18" charset="0"/>
              </a:rPr>
              <a:t> Phân tích yêu cầu hệ thống</a:t>
            </a:r>
            <a:br>
              <a:rPr lang="vi-VN" sz="2800" b="0" dirty="0">
                <a:solidFill>
                  <a:schemeClr val="bg1"/>
                </a:solidFill>
                <a:latin typeface="Times New Roman" panose="02020603050405020304" pitchFamily="18" charset="0"/>
                <a:cs typeface="Times New Roman" panose="02020603050405020304" pitchFamily="18" charset="0"/>
              </a:rPr>
            </a:br>
            <a:r>
              <a:rPr lang="vi-VN" sz="2800" b="0" dirty="0">
                <a:solidFill>
                  <a:schemeClr val="bg1"/>
                </a:solidFill>
                <a:latin typeface="Times New Roman" panose="02020603050405020304" pitchFamily="18" charset="0"/>
                <a:cs typeface="Times New Roman" panose="02020603050405020304" pitchFamily="18" charset="0"/>
              </a:rPr>
              <a:t>03</a:t>
            </a:r>
            <a:r>
              <a:rPr lang="en-US" sz="2800" b="0" dirty="0">
                <a:solidFill>
                  <a:schemeClr val="bg1"/>
                </a:solidFill>
                <a:latin typeface="Times New Roman" panose="02020603050405020304" pitchFamily="18" charset="0"/>
                <a:cs typeface="Times New Roman" panose="02020603050405020304" pitchFamily="18" charset="0"/>
              </a:rPr>
              <a:t>.</a:t>
            </a:r>
            <a:r>
              <a:rPr lang="vi-VN" sz="2800" b="0" dirty="0">
                <a:solidFill>
                  <a:schemeClr val="bg1"/>
                </a:solidFill>
                <a:latin typeface="Times New Roman" panose="02020603050405020304" pitchFamily="18" charset="0"/>
                <a:cs typeface="Times New Roman" panose="02020603050405020304" pitchFamily="18" charset="0"/>
              </a:rPr>
              <a:t> Biểu đồ Use Case tổng quát và thiết kế cơ sở dữ liệu</a:t>
            </a:r>
            <a:br>
              <a:rPr lang="vi-VN" sz="2800" b="0" dirty="0">
                <a:solidFill>
                  <a:schemeClr val="bg1"/>
                </a:solidFill>
                <a:latin typeface="Times New Roman" panose="02020603050405020304" pitchFamily="18" charset="0"/>
                <a:cs typeface="Times New Roman" panose="02020603050405020304" pitchFamily="18" charset="0"/>
              </a:rPr>
            </a:br>
            <a:r>
              <a:rPr lang="vi-VN" sz="2800" b="0" dirty="0">
                <a:solidFill>
                  <a:schemeClr val="bg1"/>
                </a:solidFill>
                <a:latin typeface="Times New Roman" panose="02020603050405020304" pitchFamily="18" charset="0"/>
                <a:cs typeface="Times New Roman" panose="02020603050405020304" pitchFamily="18" charset="0"/>
              </a:rPr>
              <a:t>04</a:t>
            </a:r>
            <a:r>
              <a:rPr lang="en-US" sz="2800" b="0" dirty="0">
                <a:solidFill>
                  <a:schemeClr val="bg1"/>
                </a:solidFill>
                <a:latin typeface="Times New Roman" panose="02020603050405020304" pitchFamily="18" charset="0"/>
                <a:cs typeface="Times New Roman" panose="02020603050405020304" pitchFamily="18" charset="0"/>
              </a:rPr>
              <a:t>.</a:t>
            </a:r>
            <a:r>
              <a:rPr lang="vi-VN" sz="2800" b="0" dirty="0">
                <a:solidFill>
                  <a:schemeClr val="bg1"/>
                </a:solidFill>
                <a:latin typeface="Times New Roman" panose="02020603050405020304" pitchFamily="18" charset="0"/>
                <a:cs typeface="Times New Roman" panose="02020603050405020304" pitchFamily="18" charset="0"/>
              </a:rPr>
              <a:t> Luồng hoạt động và danh sách các form chính</a:t>
            </a:r>
            <a:br>
              <a:rPr lang="vi-VN" sz="2800" b="0" dirty="0">
                <a:solidFill>
                  <a:schemeClr val="bg1"/>
                </a:solidFill>
                <a:latin typeface="Times New Roman" panose="02020603050405020304" pitchFamily="18" charset="0"/>
                <a:cs typeface="Times New Roman" panose="02020603050405020304" pitchFamily="18" charset="0"/>
              </a:rPr>
            </a:br>
            <a:r>
              <a:rPr lang="vi-VN" sz="2800" b="0" dirty="0">
                <a:solidFill>
                  <a:schemeClr val="bg1"/>
                </a:solidFill>
                <a:latin typeface="Times New Roman" panose="02020603050405020304" pitchFamily="18" charset="0"/>
                <a:cs typeface="Times New Roman" panose="02020603050405020304" pitchFamily="18" charset="0"/>
              </a:rPr>
              <a:t>05</a:t>
            </a:r>
            <a:r>
              <a:rPr lang="en-US" sz="2800" b="0" dirty="0">
                <a:solidFill>
                  <a:schemeClr val="bg1"/>
                </a:solidFill>
                <a:latin typeface="Times New Roman" panose="02020603050405020304" pitchFamily="18" charset="0"/>
                <a:cs typeface="Times New Roman" panose="02020603050405020304" pitchFamily="18" charset="0"/>
              </a:rPr>
              <a:t>.</a:t>
            </a:r>
            <a:r>
              <a:rPr lang="vi-VN" sz="2800" b="0" dirty="0">
                <a:solidFill>
                  <a:schemeClr val="bg1"/>
                </a:solidFill>
                <a:latin typeface="Times New Roman" panose="02020603050405020304" pitchFamily="18" charset="0"/>
                <a:cs typeface="Times New Roman" panose="02020603050405020304" pitchFamily="18" charset="0"/>
              </a:rPr>
              <a:t> Đánh giá</a:t>
            </a:r>
            <a:br>
              <a:rPr lang="vi-VN" sz="2800" b="0" dirty="0">
                <a:solidFill>
                  <a:schemeClr val="bg1"/>
                </a:solidFill>
                <a:latin typeface="Times New Roman" panose="02020603050405020304" pitchFamily="18" charset="0"/>
                <a:cs typeface="Times New Roman" panose="02020603050405020304" pitchFamily="18" charset="0"/>
              </a:rPr>
            </a:br>
            <a:r>
              <a:rPr lang="vi-VN" sz="2800" b="0" dirty="0">
                <a:solidFill>
                  <a:schemeClr val="bg1"/>
                </a:solidFill>
                <a:latin typeface="Times New Roman" panose="02020603050405020304" pitchFamily="18" charset="0"/>
                <a:cs typeface="Times New Roman" panose="02020603050405020304" pitchFamily="18" charset="0"/>
              </a:rPr>
              <a:t>06</a:t>
            </a:r>
            <a:r>
              <a:rPr lang="en-US" sz="2800" b="0" dirty="0">
                <a:solidFill>
                  <a:schemeClr val="bg1"/>
                </a:solidFill>
                <a:latin typeface="Times New Roman" panose="02020603050405020304" pitchFamily="18" charset="0"/>
                <a:cs typeface="Times New Roman" panose="02020603050405020304" pitchFamily="18" charset="0"/>
              </a:rPr>
              <a:t>.</a:t>
            </a:r>
            <a:r>
              <a:rPr lang="vi-VN" sz="2800" b="0" dirty="0">
                <a:solidFill>
                  <a:schemeClr val="bg1"/>
                </a:solidFill>
                <a:latin typeface="Times New Roman" panose="02020603050405020304" pitchFamily="18" charset="0"/>
                <a:cs typeface="Times New Roman" panose="02020603050405020304" pitchFamily="18" charset="0"/>
              </a:rPr>
              <a:t> Kết Luận và hướng phát triển</a:t>
            </a:r>
            <a:br>
              <a:rPr lang="vi-VN" b="0" dirty="0">
                <a:solidFill>
                  <a:schemeClr val="bg1"/>
                </a:solidFill>
                <a:latin typeface="Times New Roman" panose="02020603050405020304" pitchFamily="18" charset="0"/>
                <a:cs typeface="Times New Roman" panose="02020603050405020304" pitchFamily="18" charset="0"/>
              </a:rPr>
            </a:br>
            <a:endParaRPr lang="en-US"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62242244"/>
      </p:ext>
    </p:extLst>
  </p:cSld>
  <p:clrMapOvr>
    <a:masterClrMapping/>
  </p:clrMapOvr>
  <p:transition spd="slow">
    <p:cove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2">
            <a:extLst>
              <a:ext uri="{FF2B5EF4-FFF2-40B4-BE49-F238E27FC236}">
                <a16:creationId xmlns:a16="http://schemas.microsoft.com/office/drawing/2014/main" id="{ED9DE45E-E9A5-4174-79DD-4070A48B4E44}"/>
              </a:ext>
            </a:extLst>
          </p:cNvPr>
          <p:cNvSpPr>
            <a:spLocks noGrp="1"/>
          </p:cNvSpPr>
          <p:nvPr>
            <p:ph type="body" idx="1"/>
          </p:nvPr>
        </p:nvSpPr>
        <p:spPr>
          <a:xfrm>
            <a:off x="489045" y="1502488"/>
            <a:ext cx="5518980" cy="333332"/>
          </a:xfrm>
        </p:spPr>
        <p:txBody>
          <a:bodyPr/>
          <a:lstStyle/>
          <a:p>
            <a:endParaRPr lang="en-US"/>
          </a:p>
        </p:txBody>
      </p:sp>
      <p:sp>
        <p:nvSpPr>
          <p:cNvPr id="5" name="object 2">
            <a:extLst>
              <a:ext uri="{FF2B5EF4-FFF2-40B4-BE49-F238E27FC236}">
                <a16:creationId xmlns:a16="http://schemas.microsoft.com/office/drawing/2014/main" id="{4A741A52-6EF6-C00E-013F-D5FB7A8D6309}"/>
              </a:ext>
            </a:extLst>
          </p:cNvPr>
          <p:cNvSpPr/>
          <p:nvPr/>
        </p:nvSpPr>
        <p:spPr>
          <a:xfrm>
            <a:off x="0" y="1458097"/>
            <a:ext cx="12192000" cy="5399903"/>
          </a:xfrm>
          <a:custGeom>
            <a:avLst/>
            <a:gdLst/>
            <a:ahLst/>
            <a:cxnLst/>
            <a:rect l="l" t="t" r="r" b="b"/>
            <a:pathLst>
              <a:path w="10692130" h="5418455">
                <a:moveTo>
                  <a:pt x="0" y="5417997"/>
                </a:moveTo>
                <a:lnTo>
                  <a:pt x="10692003" y="5417997"/>
                </a:lnTo>
                <a:lnTo>
                  <a:pt x="10692003" y="0"/>
                </a:lnTo>
                <a:lnTo>
                  <a:pt x="0" y="0"/>
                </a:lnTo>
                <a:lnTo>
                  <a:pt x="0" y="5417997"/>
                </a:lnTo>
                <a:close/>
              </a:path>
            </a:pathLst>
          </a:custGeom>
          <a:solidFill>
            <a:srgbClr val="9E0A0F"/>
          </a:solidFill>
        </p:spPr>
        <p:txBody>
          <a:bodyPr wrap="square" lIns="0" tIns="0" rIns="0" bIns="0" rtlCol="0"/>
          <a:lstStyle/>
          <a:p>
            <a:pPr defTabSz="773948"/>
            <a:endParaRPr lang="en-US" sz="1524" dirty="0">
              <a:solidFill>
                <a:prstClr val="black"/>
              </a:solidFill>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23C3C98F-4E19-9535-3462-C14EB6BA079F}"/>
              </a:ext>
            </a:extLst>
          </p:cNvPr>
          <p:cNvSpPr txBox="1"/>
          <p:nvPr/>
        </p:nvSpPr>
        <p:spPr>
          <a:xfrm>
            <a:off x="321275" y="709297"/>
            <a:ext cx="12191998" cy="584775"/>
          </a:xfrm>
          <a:prstGeom prst="rect">
            <a:avLst/>
          </a:prstGeom>
          <a:noFill/>
        </p:spPr>
        <p:txBody>
          <a:bodyPr wrap="square">
            <a:spAutoFit/>
          </a:bodyPr>
          <a:lstStyle/>
          <a:p>
            <a:pPr algn="just"/>
            <a:r>
              <a:rPr lang="vi-VN" sz="3200" b="1" dirty="0">
                <a:solidFill>
                  <a:srgbClr val="8E0000"/>
                </a:solidFill>
                <a:latin typeface="Times New Roman" panose="02020603050405020304" pitchFamily="18" charset="0"/>
                <a:cs typeface="Times New Roman" panose="02020603050405020304" pitchFamily="18" charset="0"/>
              </a:rPr>
              <a:t>01</a:t>
            </a:r>
            <a:endParaRPr lang="en-US" sz="3200" b="1" dirty="0">
              <a:solidFill>
                <a:srgbClr val="8E0000"/>
              </a:solidFill>
              <a:latin typeface="Times New Roman" panose="02020603050405020304" pitchFamily="18" charset="0"/>
              <a:cs typeface="Times New Roman" panose="02020603050405020304" pitchFamily="18" charset="0"/>
            </a:endParaRPr>
          </a:p>
        </p:txBody>
      </p:sp>
      <p:sp>
        <p:nvSpPr>
          <p:cNvPr id="7" name="Title 3">
            <a:extLst>
              <a:ext uri="{FF2B5EF4-FFF2-40B4-BE49-F238E27FC236}">
                <a16:creationId xmlns:a16="http://schemas.microsoft.com/office/drawing/2014/main" id="{DE00D0E3-AD6D-9960-E000-788B9F0EF978}"/>
              </a:ext>
            </a:extLst>
          </p:cNvPr>
          <p:cNvSpPr txBox="1">
            <a:spLocks/>
          </p:cNvSpPr>
          <p:nvPr/>
        </p:nvSpPr>
        <p:spPr>
          <a:xfrm>
            <a:off x="930696" y="2163869"/>
            <a:ext cx="10973156" cy="2215991"/>
          </a:xfrm>
          <a:prstGeom prst="rect">
            <a:avLst/>
          </a:prstGeom>
        </p:spPr>
        <p:txBody>
          <a:bodyPr wrap="square" lIns="0" tIns="0" rIns="0" bIns="0">
            <a:spAutoFit/>
          </a:bodyPr>
          <a:lstStyle>
            <a:lvl1pPr>
              <a:defRPr sz="2370" b="1" i="0">
                <a:solidFill>
                  <a:srgbClr val="9E0A0F"/>
                </a:solidFill>
                <a:latin typeface="Verdana"/>
                <a:ea typeface="+mj-ea"/>
                <a:cs typeface="Verdana"/>
              </a:defRPr>
            </a:lvl1pPr>
          </a:lstStyle>
          <a:p>
            <a:r>
              <a:rPr lang="vi-VN" sz="4800" kern="0" dirty="0">
                <a:solidFill>
                  <a:schemeClr val="bg1"/>
                </a:solidFill>
                <a:latin typeface="Times New Roman" panose="02020603050405020304" pitchFamily="18" charset="0"/>
                <a:cs typeface="Times New Roman" panose="02020603050405020304" pitchFamily="18" charset="0"/>
              </a:rPr>
              <a:t>Mở đầu</a:t>
            </a:r>
            <a:br>
              <a:rPr lang="vi-VN" sz="4800" kern="0" dirty="0">
                <a:solidFill>
                  <a:schemeClr val="bg1"/>
                </a:solidFill>
                <a:latin typeface="Times New Roman" panose="02020603050405020304" pitchFamily="18" charset="0"/>
                <a:cs typeface="Times New Roman" panose="02020603050405020304" pitchFamily="18" charset="0"/>
              </a:rPr>
            </a:br>
            <a:br>
              <a:rPr lang="vi-VN" sz="4800" kern="0" dirty="0">
                <a:solidFill>
                  <a:schemeClr val="bg1"/>
                </a:solidFill>
                <a:latin typeface="Times New Roman" panose="02020603050405020304" pitchFamily="18" charset="0"/>
                <a:cs typeface="Times New Roman" panose="02020603050405020304" pitchFamily="18" charset="0"/>
              </a:rPr>
            </a:br>
            <a:endParaRPr lang="en-US" sz="4800" kern="0"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17323217"/>
      </p:ext>
    </p:extLst>
  </p:cSld>
  <p:clrMapOvr>
    <a:masterClrMapping/>
  </p:clrMapOvr>
  <p:transition spd="slow">
    <p:cove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1" y="6490633"/>
            <a:ext cx="12192000" cy="235174"/>
          </a:xfrm>
          <a:custGeom>
            <a:avLst/>
            <a:gdLst/>
            <a:ahLst/>
            <a:cxnLst/>
            <a:rect l="l" t="t" r="r" b="b"/>
            <a:pathLst>
              <a:path w="9963785">
                <a:moveTo>
                  <a:pt x="0" y="0"/>
                </a:moveTo>
                <a:lnTo>
                  <a:pt x="9963251" y="0"/>
                </a:lnTo>
              </a:path>
            </a:pathLst>
          </a:custGeom>
          <a:ln w="12700">
            <a:solidFill>
              <a:srgbClr val="9E0A0F"/>
            </a:solidFill>
          </a:ln>
        </p:spPr>
        <p:txBody>
          <a:bodyPr wrap="square" lIns="0" tIns="0" rIns="0" bIns="0" rtlCol="0"/>
          <a:lstStyle/>
          <a:p>
            <a:pPr marL="0" marR="0" lvl="0" indent="0" algn="l" defTabSz="773948" rtl="0" eaLnBrk="1" fontAlgn="auto" latinLnBrk="0" hangingPunct="1">
              <a:lnSpc>
                <a:spcPct val="100000"/>
              </a:lnSpc>
              <a:spcBef>
                <a:spcPts val="0"/>
              </a:spcBef>
              <a:spcAft>
                <a:spcPts val="0"/>
              </a:spcAft>
              <a:buClrTx/>
              <a:buSzTx/>
              <a:buFontTx/>
              <a:buNone/>
              <a:tabLst/>
              <a:defRPr/>
            </a:pPr>
            <a:endParaRPr kumimoji="0" sz="1524" b="0" i="0" u="none" strike="noStrike" kern="1200" cap="none" spc="0" normalizeH="0" baseline="0" noProof="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6" name="object 6"/>
          <p:cNvSpPr txBox="1"/>
          <p:nvPr/>
        </p:nvSpPr>
        <p:spPr>
          <a:xfrm>
            <a:off x="547747" y="6532842"/>
            <a:ext cx="5013731" cy="191246"/>
          </a:xfrm>
          <a:prstGeom prst="rect">
            <a:avLst/>
          </a:prstGeom>
        </p:spPr>
        <p:txBody>
          <a:bodyPr vert="horz" wrap="square" lIns="0" tIns="6516" rIns="0" bIns="0" rtlCol="0">
            <a:spAutoFit/>
          </a:bodyPr>
          <a:lstStyle/>
          <a:p>
            <a:pPr marL="14480" marR="0" lvl="0" indent="0" algn="l" defTabSz="773948" rtl="0" eaLnBrk="1" fontAlgn="auto" latinLnBrk="0" hangingPunct="1">
              <a:lnSpc>
                <a:spcPct val="100000"/>
              </a:lnSpc>
              <a:spcBef>
                <a:spcPts val="52"/>
              </a:spcBef>
              <a:spcAft>
                <a:spcPts val="0"/>
              </a:spcAft>
              <a:buClrTx/>
              <a:buSzTx/>
              <a:buFontTx/>
              <a:buNone/>
              <a:tabLst/>
              <a:defRPr/>
            </a:pPr>
            <a:r>
              <a:rPr kumimoji="0" lang="vi-VN" sz="1200" b="1" i="0" u="none" strike="noStrike" kern="1200" cap="none" spc="0" normalizeH="0" baseline="0" noProof="0" dirty="0">
                <a:ln>
                  <a:noFill/>
                </a:ln>
                <a:solidFill>
                  <a:srgbClr val="9E0A0F"/>
                </a:solidFill>
                <a:effectLst/>
                <a:uLnTx/>
                <a:uFillTx/>
                <a:latin typeface="Times New Roman" panose="02020603050405020304" pitchFamily="18" charset="0"/>
                <a:cs typeface="Times New Roman" panose="02020603050405020304" pitchFamily="18" charset="0"/>
              </a:rPr>
              <a:t>TRƯỜNG ĐẠI HỌC YERSIN ĐÀ LẠT</a:t>
            </a:r>
            <a:endParaRPr kumimoji="0" sz="12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6943513A-3A31-4FD2-B89C-B6AFB229A268}"/>
              </a:ext>
            </a:extLst>
          </p:cNvPr>
          <p:cNvSpPr txBox="1"/>
          <p:nvPr/>
        </p:nvSpPr>
        <p:spPr>
          <a:xfrm>
            <a:off x="7696750" y="1114774"/>
            <a:ext cx="3482662" cy="404854"/>
          </a:xfrm>
          <a:prstGeom prst="rect">
            <a:avLst/>
          </a:prstGeom>
          <a:noFill/>
        </p:spPr>
        <p:txBody>
          <a:bodyPr wrap="square" rtlCol="0">
            <a:spAutoFit/>
          </a:bodyPr>
          <a:lstStyle/>
          <a:p>
            <a:pPr marL="0" marR="0" lvl="0" indent="0" algn="l" defTabSz="773948" rtl="0" eaLnBrk="1" fontAlgn="auto" latinLnBrk="0" hangingPunct="1">
              <a:lnSpc>
                <a:spcPct val="100000"/>
              </a:lnSpc>
              <a:spcBef>
                <a:spcPts val="0"/>
              </a:spcBef>
              <a:spcAft>
                <a:spcPts val="0"/>
              </a:spcAft>
              <a:buClrTx/>
              <a:buSzTx/>
              <a:buFontTx/>
              <a:buNone/>
              <a:tabLst/>
              <a:defRPr/>
            </a:pPr>
            <a:r>
              <a:rPr kumimoji="0" lang="en-US" sz="2031" b="1" i="0" u="none" strike="noStrike" kern="1200" cap="none" spc="0" normalizeH="0" baseline="0" noProof="0">
                <a:ln>
                  <a:noFill/>
                </a:ln>
                <a:solidFill>
                  <a:prstClr val="white"/>
                </a:solidFill>
                <a:effectLst/>
                <a:uLnTx/>
                <a:uFillTx/>
                <a:latin typeface="Times New Roman" panose="02020603050405020304" pitchFamily="18" charset="0"/>
                <a:cs typeface="Times New Roman" panose="02020603050405020304" pitchFamily="18" charset="0"/>
              </a:rPr>
              <a:t>BÁO CÁO TÀI CHÍNH</a:t>
            </a:r>
          </a:p>
        </p:txBody>
      </p:sp>
      <p:sp>
        <p:nvSpPr>
          <p:cNvPr id="2" name="Title 3">
            <a:extLst>
              <a:ext uri="{FF2B5EF4-FFF2-40B4-BE49-F238E27FC236}">
                <a16:creationId xmlns:a16="http://schemas.microsoft.com/office/drawing/2014/main" id="{51EFEF11-6556-79FD-488B-5D317803FABB}"/>
              </a:ext>
            </a:extLst>
          </p:cNvPr>
          <p:cNvSpPr>
            <a:spLocks noGrp="1"/>
          </p:cNvSpPr>
          <p:nvPr>
            <p:ph type="title"/>
          </p:nvPr>
        </p:nvSpPr>
        <p:spPr>
          <a:xfrm>
            <a:off x="4495251" y="905503"/>
            <a:ext cx="7521146" cy="5232202"/>
          </a:xfrm>
        </p:spPr>
        <p:txBody>
          <a:bodyPr/>
          <a:lstStyle/>
          <a:p>
            <a:r>
              <a:rPr lang="vi-VN" sz="2000" dirty="0">
                <a:solidFill>
                  <a:schemeClr val="tx1"/>
                </a:solidFill>
                <a:latin typeface="Times New Roman" panose="02020603050405020304" pitchFamily="18" charset="0"/>
                <a:cs typeface="Times New Roman" panose="02020603050405020304" pitchFamily="18" charset="0"/>
              </a:rPr>
              <a:t>Lý Do Chọn Đề Tài</a:t>
            </a:r>
            <a:br>
              <a:rPr lang="vi-VN" sz="2000" dirty="0">
                <a:solidFill>
                  <a:schemeClr val="tx1"/>
                </a:solidFill>
                <a:latin typeface="Times New Roman" panose="02020603050405020304" pitchFamily="18" charset="0"/>
                <a:cs typeface="Times New Roman" panose="02020603050405020304" pitchFamily="18" charset="0"/>
              </a:rPr>
            </a:br>
            <a:br>
              <a:rPr lang="vi-VN" sz="2000" dirty="0">
                <a:solidFill>
                  <a:schemeClr val="tx1"/>
                </a:solidFill>
                <a:latin typeface="Times New Roman" panose="02020603050405020304" pitchFamily="18" charset="0"/>
                <a:cs typeface="Times New Roman" panose="02020603050405020304" pitchFamily="18" charset="0"/>
              </a:rPr>
            </a:br>
            <a:r>
              <a:rPr lang="vi-VN" sz="2000" b="0" dirty="0">
                <a:solidFill>
                  <a:schemeClr val="tx1"/>
                </a:solidFill>
                <a:latin typeface="Times New Roman" panose="02020603050405020304" pitchFamily="18" charset="0"/>
                <a:cs typeface="Times New Roman" panose="02020603050405020304" pitchFamily="18" charset="0"/>
              </a:rPr>
              <a:t>Trong bối cảnh công nghệ hiện đại, việc quản lý thu chi bằng sổ tay gây ra nhiều khó k</a:t>
            </a:r>
            <a:r>
              <a:rPr lang="en-US" sz="2000" b="0" dirty="0" err="1">
                <a:solidFill>
                  <a:schemeClr val="tx1"/>
                </a:solidFill>
                <a:latin typeface="Times New Roman" panose="02020603050405020304" pitchFamily="18" charset="0"/>
                <a:cs typeface="Times New Roman" panose="02020603050405020304" pitchFamily="18" charset="0"/>
              </a:rPr>
              <a:t>hăn</a:t>
            </a:r>
            <a:r>
              <a:rPr lang="vi-VN" sz="2000" b="0" dirty="0">
                <a:solidFill>
                  <a:schemeClr val="tx1"/>
                </a:solidFill>
                <a:latin typeface="Times New Roman" panose="02020603050405020304" pitchFamily="18" charset="0"/>
                <a:cs typeface="Times New Roman" panose="02020603050405020304" pitchFamily="18" charset="0"/>
              </a:rPr>
              <a:t> như khó kiểm s</a:t>
            </a:r>
            <a:r>
              <a:rPr lang="en-US" sz="2000" b="0" dirty="0" err="1">
                <a:solidFill>
                  <a:schemeClr val="tx1"/>
                </a:solidFill>
                <a:latin typeface="Times New Roman" panose="02020603050405020304" pitchFamily="18" charset="0"/>
                <a:cs typeface="Times New Roman" panose="02020603050405020304" pitchFamily="18" charset="0"/>
              </a:rPr>
              <a:t>oát</a:t>
            </a:r>
            <a:r>
              <a:rPr lang="vi-VN" sz="2000" b="0" dirty="0">
                <a:solidFill>
                  <a:schemeClr val="tx1"/>
                </a:solidFill>
                <a:latin typeface="Times New Roman" panose="02020603050405020304" pitchFamily="18" charset="0"/>
                <a:cs typeface="Times New Roman" panose="02020603050405020304" pitchFamily="18" charset="0"/>
              </a:rPr>
              <a:t> dòng tiền, dễ thất thoát và thiếu tính thống kê chính thức.</a:t>
            </a:r>
            <a:br>
              <a:rPr lang="vi-VN" sz="2000" b="0" dirty="0">
                <a:solidFill>
                  <a:schemeClr val="tx1"/>
                </a:solidFill>
                <a:latin typeface="Times New Roman" panose="02020603050405020304" pitchFamily="18" charset="0"/>
                <a:cs typeface="Times New Roman" panose="02020603050405020304" pitchFamily="18" charset="0"/>
              </a:rPr>
            </a:br>
            <a:br>
              <a:rPr lang="vi-VN" sz="2000" b="0" dirty="0">
                <a:solidFill>
                  <a:schemeClr val="tx1"/>
                </a:solidFill>
                <a:latin typeface="Times New Roman" panose="02020603050405020304" pitchFamily="18" charset="0"/>
                <a:cs typeface="Times New Roman" panose="02020603050405020304" pitchFamily="18" charset="0"/>
              </a:rPr>
            </a:br>
            <a:r>
              <a:rPr lang="vi-VN" sz="2000" dirty="0">
                <a:solidFill>
                  <a:schemeClr val="tx1"/>
                </a:solidFill>
                <a:latin typeface="Times New Roman" panose="02020603050405020304" pitchFamily="18" charset="0"/>
                <a:cs typeface="Times New Roman" panose="02020603050405020304" pitchFamily="18" charset="0"/>
              </a:rPr>
              <a:t>Xây dựng giải pháp công nghệ</a:t>
            </a:r>
            <a:br>
              <a:rPr lang="vi-VN" sz="2000" dirty="0">
                <a:solidFill>
                  <a:schemeClr val="tx1"/>
                </a:solidFill>
                <a:latin typeface="Times New Roman" panose="02020603050405020304" pitchFamily="18" charset="0"/>
                <a:cs typeface="Times New Roman" panose="02020603050405020304" pitchFamily="18" charset="0"/>
              </a:rPr>
            </a:br>
            <a:r>
              <a:rPr lang="vi-VN" sz="2000" b="0" dirty="0">
                <a:solidFill>
                  <a:schemeClr val="tx1"/>
                </a:solidFill>
                <a:latin typeface="Times New Roman" panose="02020603050405020304" pitchFamily="18" charset="0"/>
                <a:cs typeface="Times New Roman" panose="02020603050405020304" pitchFamily="18" charset="0"/>
              </a:rPr>
              <a:t>Xây dựng ứng dụng Windows giúp người dùng quản lý thu nhập, chi tiêu, ví tiền và các mục khác một cách khoa học.</a:t>
            </a:r>
            <a:br>
              <a:rPr lang="vi-VN" sz="2000" b="0" dirty="0">
                <a:solidFill>
                  <a:schemeClr val="tx1"/>
                </a:solidFill>
                <a:latin typeface="Times New Roman" panose="02020603050405020304" pitchFamily="18" charset="0"/>
                <a:cs typeface="Times New Roman" panose="02020603050405020304" pitchFamily="18" charset="0"/>
              </a:rPr>
            </a:br>
            <a:br>
              <a:rPr lang="vi-VN" sz="2000" b="0" dirty="0">
                <a:solidFill>
                  <a:schemeClr val="tx1"/>
                </a:solidFill>
                <a:latin typeface="Times New Roman" panose="02020603050405020304" pitchFamily="18" charset="0"/>
                <a:cs typeface="Times New Roman" panose="02020603050405020304" pitchFamily="18" charset="0"/>
              </a:rPr>
            </a:br>
            <a:r>
              <a:rPr lang="vi-VN" sz="2000" dirty="0">
                <a:solidFill>
                  <a:schemeClr val="tx1"/>
                </a:solidFill>
                <a:latin typeface="Times New Roman" panose="02020603050405020304" pitchFamily="18" charset="0"/>
                <a:cs typeface="Times New Roman" panose="02020603050405020304" pitchFamily="18" charset="0"/>
              </a:rPr>
              <a:t>Mục tiêu</a:t>
            </a:r>
            <a:br>
              <a:rPr lang="vi-VN" sz="2000" b="0" dirty="0">
                <a:solidFill>
                  <a:schemeClr val="tx1"/>
                </a:solidFill>
                <a:latin typeface="Times New Roman" panose="02020603050405020304" pitchFamily="18" charset="0"/>
                <a:cs typeface="Times New Roman" panose="02020603050405020304" pitchFamily="18" charset="0"/>
              </a:rPr>
            </a:br>
            <a:r>
              <a:rPr lang="vi-VN" sz="2000" b="0" dirty="0">
                <a:solidFill>
                  <a:schemeClr val="tx1"/>
                </a:solidFill>
                <a:latin typeface="Times New Roman" panose="02020603050405020304" pitchFamily="18" charset="0"/>
                <a:cs typeface="Times New Roman" panose="02020603050405020304" pitchFamily="18" charset="0"/>
              </a:rPr>
              <a:t>Mục tiêu quan trọng của dự án là cung cấp hệ thống biểu </a:t>
            </a:r>
            <a:r>
              <a:rPr lang="en-US" sz="2000" b="0" dirty="0" err="1">
                <a:solidFill>
                  <a:schemeClr val="tx1"/>
                </a:solidFill>
                <a:latin typeface="Times New Roman" panose="02020603050405020304" pitchFamily="18" charset="0"/>
                <a:cs typeface="Times New Roman" panose="02020603050405020304" pitchFamily="18" charset="0"/>
              </a:rPr>
              <a:t>đồ</a:t>
            </a:r>
            <a:r>
              <a:rPr lang="vi-VN" sz="2000" b="0" dirty="0">
                <a:solidFill>
                  <a:schemeClr val="tx1"/>
                </a:solidFill>
                <a:latin typeface="Times New Roman" panose="02020603050405020304" pitchFamily="18" charset="0"/>
                <a:cs typeface="Times New Roman" panose="02020603050405020304" pitchFamily="18" charset="0"/>
              </a:rPr>
              <a:t> thống kê trực quan, giúp người dùng dễ dàng theo dõi biến động tài chính và lập kế hoạch hiệu quả.</a:t>
            </a:r>
            <a:br>
              <a:rPr lang="vi-VN" sz="2000" b="0" dirty="0">
                <a:solidFill>
                  <a:schemeClr val="tx1"/>
                </a:solidFill>
                <a:latin typeface="Times New Roman" panose="02020603050405020304" pitchFamily="18" charset="0"/>
                <a:cs typeface="Times New Roman" panose="02020603050405020304" pitchFamily="18" charset="0"/>
              </a:rPr>
            </a:br>
            <a:br>
              <a:rPr lang="vi-VN" sz="2000" b="0" dirty="0">
                <a:solidFill>
                  <a:schemeClr val="tx1"/>
                </a:solidFill>
                <a:latin typeface="Times New Roman" panose="02020603050405020304" pitchFamily="18" charset="0"/>
                <a:cs typeface="Times New Roman" panose="02020603050405020304" pitchFamily="18" charset="0"/>
              </a:rPr>
            </a:br>
            <a:br>
              <a:rPr lang="vi-VN" sz="2000" b="0" dirty="0">
                <a:solidFill>
                  <a:schemeClr val="tx1"/>
                </a:solidFill>
                <a:latin typeface="Times New Roman" panose="02020603050405020304" pitchFamily="18" charset="0"/>
                <a:cs typeface="Times New Roman" panose="02020603050405020304" pitchFamily="18" charset="0"/>
              </a:rPr>
            </a:br>
            <a:endParaRPr lang="en-US" sz="2000" dirty="0">
              <a:solidFill>
                <a:schemeClr val="tx1"/>
              </a:solidFill>
              <a:latin typeface="Times New Roman" panose="02020603050405020304" pitchFamily="18" charset="0"/>
              <a:cs typeface="Times New Roman" panose="02020603050405020304" pitchFamily="18" charset="0"/>
            </a:endParaRPr>
          </a:p>
        </p:txBody>
      </p:sp>
      <p:pic>
        <p:nvPicPr>
          <p:cNvPr id="11" name="Image 0" descr="preencoded.png">
            <a:extLst>
              <a:ext uri="{FF2B5EF4-FFF2-40B4-BE49-F238E27FC236}">
                <a16:creationId xmlns:a16="http://schemas.microsoft.com/office/drawing/2014/main" id="{D4F973BA-6AAE-3E36-6BDC-9A5BFA4B0CB8}"/>
              </a:ext>
            </a:extLst>
          </p:cNvPr>
          <p:cNvPicPr>
            <a:picLocks noChangeAspect="1"/>
          </p:cNvPicPr>
          <p:nvPr/>
        </p:nvPicPr>
        <p:blipFill>
          <a:blip r:embed="rId2"/>
          <a:stretch>
            <a:fillRect/>
          </a:stretch>
        </p:blipFill>
        <p:spPr>
          <a:xfrm>
            <a:off x="0" y="1326291"/>
            <a:ext cx="3766930" cy="3907979"/>
          </a:xfrm>
          <a:prstGeom prst="rect">
            <a:avLst/>
          </a:prstGeom>
        </p:spPr>
      </p:pic>
      <p:sp>
        <p:nvSpPr>
          <p:cNvPr id="5" name="TextBox 4">
            <a:extLst>
              <a:ext uri="{FF2B5EF4-FFF2-40B4-BE49-F238E27FC236}">
                <a16:creationId xmlns:a16="http://schemas.microsoft.com/office/drawing/2014/main" id="{E7F0C742-453A-FE83-DC25-27937467D073}"/>
              </a:ext>
            </a:extLst>
          </p:cNvPr>
          <p:cNvSpPr txBox="1"/>
          <p:nvPr/>
        </p:nvSpPr>
        <p:spPr>
          <a:xfrm>
            <a:off x="382657" y="183243"/>
            <a:ext cx="6112564" cy="369332"/>
          </a:xfrm>
          <a:prstGeom prst="rect">
            <a:avLst/>
          </a:prstGeom>
          <a:noFill/>
        </p:spPr>
        <p:txBody>
          <a:bodyPr wrap="square">
            <a:spAutoFit/>
          </a:bodyPr>
          <a:lstStyle/>
          <a:p>
            <a:r>
              <a:rPr lang="vi-VN" b="1" dirty="0">
                <a:solidFill>
                  <a:schemeClr val="bg1"/>
                </a:solidFill>
                <a:latin typeface="Times New Roman" panose="02020603050405020304" pitchFamily="18" charset="0"/>
                <a:ea typeface="Roboto Slab" pitchFamily="34" charset="-122"/>
                <a:cs typeface="Times New Roman" panose="02020603050405020304" pitchFamily="18" charset="0"/>
              </a:rPr>
              <a:t>Lý do chọn đề tài và mục tiêu</a:t>
            </a:r>
            <a:endParaRPr lang="en-US" b="1" dirty="0"/>
          </a:p>
        </p:txBody>
      </p:sp>
    </p:spTree>
    <p:extLst>
      <p:ext uri="{BB962C8B-B14F-4D97-AF65-F5344CB8AC3E}">
        <p14:creationId xmlns:p14="http://schemas.microsoft.com/office/powerpoint/2010/main" val="3589391744"/>
      </p:ext>
    </p:extLst>
  </p:cSld>
  <p:clrMapOvr>
    <a:masterClrMapping/>
  </p:clrMapOvr>
  <p:transition spd="slow">
    <p:cove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3EB72C-D566-4D6B-91DF-909ECD0B684A}"/>
              </a:ext>
            </a:extLst>
          </p:cNvPr>
          <p:cNvSpPr>
            <a:spLocks noGrp="1"/>
          </p:cNvSpPr>
          <p:nvPr>
            <p:ph type="title"/>
          </p:nvPr>
        </p:nvSpPr>
        <p:spPr>
          <a:xfrm>
            <a:off x="488950" y="299270"/>
            <a:ext cx="6760251" cy="553998"/>
          </a:xfrm>
        </p:spPr>
        <p:txBody>
          <a:bodyPr/>
          <a:lstStyle/>
          <a:p>
            <a:r>
              <a:rPr lang="en-US" sz="1800" dirty="0">
                <a:solidFill>
                  <a:schemeClr val="bg1"/>
                </a:solidFill>
                <a:latin typeface="Times New Roman" panose="02020603050405020304" pitchFamily="18" charset="0"/>
                <a:ea typeface="Roboto Slab" pitchFamily="34" charset="-122"/>
                <a:cs typeface="Times New Roman" panose="02020603050405020304" pitchFamily="18" charset="0"/>
              </a:rPr>
              <a:t>Phạm Vi Thực </a:t>
            </a:r>
            <a:r>
              <a:rPr lang="en-US" sz="1800" dirty="0" err="1">
                <a:solidFill>
                  <a:schemeClr val="bg1"/>
                </a:solidFill>
                <a:latin typeface="Times New Roman" panose="02020603050405020304" pitchFamily="18" charset="0"/>
                <a:ea typeface="Roboto Slab" pitchFamily="34" charset="-122"/>
                <a:cs typeface="Times New Roman" panose="02020603050405020304" pitchFamily="18" charset="0"/>
              </a:rPr>
              <a:t>Hiện</a:t>
            </a:r>
            <a:r>
              <a:rPr lang="en-US" sz="1800" dirty="0">
                <a:solidFill>
                  <a:schemeClr val="bg1"/>
                </a:solidFill>
                <a:latin typeface="Times New Roman" panose="02020603050405020304" pitchFamily="18" charset="0"/>
                <a:ea typeface="Roboto Slab" pitchFamily="34" charset="-122"/>
                <a:cs typeface="Times New Roman" panose="02020603050405020304" pitchFamily="18" charset="0"/>
              </a:rPr>
              <a:t> &amp; </a:t>
            </a:r>
            <a:r>
              <a:rPr lang="en-US" sz="1800" dirty="0" err="1">
                <a:solidFill>
                  <a:schemeClr val="bg1"/>
                </a:solidFill>
                <a:latin typeface="Times New Roman" panose="02020603050405020304" pitchFamily="18" charset="0"/>
                <a:ea typeface="Roboto Slab" pitchFamily="34" charset="-122"/>
                <a:cs typeface="Times New Roman" panose="02020603050405020304" pitchFamily="18" charset="0"/>
              </a:rPr>
              <a:t>Đối</a:t>
            </a:r>
            <a:r>
              <a:rPr lang="en-US" sz="1800" dirty="0">
                <a:solidFill>
                  <a:schemeClr val="bg1"/>
                </a:solidFill>
                <a:latin typeface="Times New Roman" panose="02020603050405020304" pitchFamily="18" charset="0"/>
                <a:ea typeface="Roboto Slab" pitchFamily="34" charset="-122"/>
                <a:cs typeface="Times New Roman" panose="02020603050405020304" pitchFamily="18" charset="0"/>
              </a:rPr>
              <a:t> </a:t>
            </a:r>
            <a:r>
              <a:rPr lang="en-US" sz="1800" dirty="0" err="1">
                <a:solidFill>
                  <a:schemeClr val="bg1"/>
                </a:solidFill>
                <a:latin typeface="Times New Roman" panose="02020603050405020304" pitchFamily="18" charset="0"/>
                <a:ea typeface="Roboto Slab" pitchFamily="34" charset="-122"/>
                <a:cs typeface="Times New Roman" panose="02020603050405020304" pitchFamily="18" charset="0"/>
              </a:rPr>
              <a:t>Tượng</a:t>
            </a:r>
            <a:br>
              <a:rPr lang="en-US" sz="1800" dirty="0">
                <a:solidFill>
                  <a:schemeClr val="bg1"/>
                </a:solidFill>
                <a:latin typeface="Times New Roman" panose="02020603050405020304" pitchFamily="18" charset="0"/>
                <a:cs typeface="Times New Roman" panose="02020603050405020304" pitchFamily="18" charset="0"/>
              </a:rPr>
            </a:br>
            <a:endParaRPr lang="en-US" sz="1800" dirty="0">
              <a:solidFill>
                <a:schemeClr val="bg1"/>
              </a:solidFill>
            </a:endParaRPr>
          </a:p>
        </p:txBody>
      </p:sp>
      <p:sp>
        <p:nvSpPr>
          <p:cNvPr id="5" name="Text 1">
            <a:extLst>
              <a:ext uri="{FF2B5EF4-FFF2-40B4-BE49-F238E27FC236}">
                <a16:creationId xmlns:a16="http://schemas.microsoft.com/office/drawing/2014/main" id="{D31A59BE-44F4-63BF-195C-1FA2C3DB3B34}"/>
              </a:ext>
            </a:extLst>
          </p:cNvPr>
          <p:cNvSpPr>
            <a:spLocks noGrp="1"/>
          </p:cNvSpPr>
          <p:nvPr>
            <p:ph type="body" idx="1"/>
          </p:nvPr>
        </p:nvSpPr>
        <p:spPr>
          <a:xfrm>
            <a:off x="488950" y="1501776"/>
            <a:ext cx="3077766" cy="359073"/>
          </a:xfrm>
          <a:prstGeom prst="rect">
            <a:avLst/>
          </a:prstGeom>
          <a:noFill/>
          <a:ln/>
        </p:spPr>
        <p:txBody>
          <a:bodyPr wrap="none" lIns="0" tIns="0" rIns="0" bIns="0" rtlCol="0" anchor="t"/>
          <a:lstStyle/>
          <a:p>
            <a:pPr marL="0" indent="0" algn="l">
              <a:lnSpc>
                <a:spcPts val="2750"/>
              </a:lnSpc>
              <a:buNone/>
            </a:pPr>
            <a:r>
              <a:rPr lang="en-US" sz="2800" dirty="0">
                <a:solidFill>
                  <a:schemeClr val="tx1"/>
                </a:solidFill>
                <a:latin typeface="Times New Roman" panose="02020603050405020304" pitchFamily="18" charset="0"/>
                <a:ea typeface="Roboto Slab" pitchFamily="34" charset="-122"/>
                <a:cs typeface="Times New Roman" panose="02020603050405020304" pitchFamily="18" charset="0"/>
              </a:rPr>
              <a:t>Phạm Vi Thực Hiện</a:t>
            </a:r>
            <a:endParaRPr lang="en-US" sz="2800" dirty="0">
              <a:solidFill>
                <a:schemeClr val="tx1"/>
              </a:solidFill>
              <a:latin typeface="Times New Roman" panose="02020603050405020304" pitchFamily="18" charset="0"/>
              <a:cs typeface="Times New Roman" panose="02020603050405020304" pitchFamily="18" charset="0"/>
            </a:endParaRPr>
          </a:p>
        </p:txBody>
      </p:sp>
      <p:sp>
        <p:nvSpPr>
          <p:cNvPr id="6" name="Text 2">
            <a:extLst>
              <a:ext uri="{FF2B5EF4-FFF2-40B4-BE49-F238E27FC236}">
                <a16:creationId xmlns:a16="http://schemas.microsoft.com/office/drawing/2014/main" id="{7D5111DF-9700-A5FE-0E44-BA56A3556E50}"/>
              </a:ext>
            </a:extLst>
          </p:cNvPr>
          <p:cNvSpPr/>
          <p:nvPr/>
        </p:nvSpPr>
        <p:spPr>
          <a:xfrm>
            <a:off x="193935" y="2395763"/>
            <a:ext cx="5156949" cy="2415302"/>
          </a:xfrm>
          <a:prstGeom prst="rect">
            <a:avLst/>
          </a:prstGeom>
          <a:noFill/>
          <a:ln/>
        </p:spPr>
        <p:txBody>
          <a:bodyPr wrap="square" lIns="0" tIns="0" rIns="0" bIns="0" rtlCol="0" anchor="t"/>
          <a:lstStyle/>
          <a:p>
            <a:pPr marL="342900" indent="-342900" algn="l">
              <a:lnSpc>
                <a:spcPts val="2850"/>
              </a:lnSpc>
              <a:buSzPct val="100000"/>
              <a:buChar char="•"/>
            </a:pPr>
            <a:r>
              <a:rPr lang="en-US" sz="2000" dirty="0">
                <a:solidFill>
                  <a:srgbClr val="15213F"/>
                </a:solidFill>
                <a:latin typeface="Times New Roman" panose="02020603050405020304" pitchFamily="18" charset="0"/>
                <a:ea typeface="Roboto" pitchFamily="34" charset="-122"/>
                <a:cs typeface="Times New Roman" panose="02020603050405020304" pitchFamily="18" charset="0"/>
              </a:rPr>
              <a:t>Xây dựng ứng dụng desktop Windows sử dụng WinForms C#</a:t>
            </a:r>
            <a:endParaRPr lang="en-US" sz="2000" dirty="0">
              <a:latin typeface="Times New Roman" panose="02020603050405020304" pitchFamily="18" charset="0"/>
              <a:cs typeface="Times New Roman" panose="02020603050405020304" pitchFamily="18" charset="0"/>
            </a:endParaRPr>
          </a:p>
          <a:p>
            <a:pPr marL="342900" indent="-342900" algn="l">
              <a:lnSpc>
                <a:spcPts val="2850"/>
              </a:lnSpc>
              <a:buSzPct val="100000"/>
              <a:buChar char="•"/>
            </a:pPr>
            <a:r>
              <a:rPr lang="en-US" sz="2000" dirty="0">
                <a:solidFill>
                  <a:srgbClr val="15213F"/>
                </a:solidFill>
                <a:latin typeface="Times New Roman" panose="02020603050405020304" pitchFamily="18" charset="0"/>
                <a:ea typeface="Roboto" pitchFamily="34" charset="-122"/>
                <a:cs typeface="Times New Roman" panose="02020603050405020304" pitchFamily="18" charset="0"/>
              </a:rPr>
              <a:t>Tích hợp cơ sở dữ liệu SQL Server</a:t>
            </a:r>
            <a:endParaRPr lang="en-US" sz="2000" dirty="0">
              <a:latin typeface="Times New Roman" panose="02020603050405020304" pitchFamily="18" charset="0"/>
              <a:cs typeface="Times New Roman" panose="02020603050405020304" pitchFamily="18" charset="0"/>
            </a:endParaRPr>
          </a:p>
          <a:p>
            <a:pPr marL="342900" indent="-342900" algn="l">
              <a:lnSpc>
                <a:spcPts val="2850"/>
              </a:lnSpc>
              <a:buSzPct val="100000"/>
              <a:buChar char="•"/>
            </a:pPr>
            <a:r>
              <a:rPr lang="en-US" sz="2000" dirty="0">
                <a:solidFill>
                  <a:srgbClr val="15213F"/>
                </a:solidFill>
                <a:latin typeface="Times New Roman" panose="02020603050405020304" pitchFamily="18" charset="0"/>
                <a:ea typeface="Roboto" pitchFamily="34" charset="-122"/>
                <a:cs typeface="Times New Roman" panose="02020603050405020304" pitchFamily="18" charset="0"/>
              </a:rPr>
              <a:t>Hỗ trợ các chức năng quản lý chi tiêu, thu nhập, tiết kiệm và nhắc nhở</a:t>
            </a:r>
            <a:endParaRPr lang="en-US" sz="2000" dirty="0">
              <a:latin typeface="Times New Roman" panose="02020603050405020304" pitchFamily="18" charset="0"/>
              <a:cs typeface="Times New Roman" panose="02020603050405020304" pitchFamily="18" charset="0"/>
            </a:endParaRPr>
          </a:p>
          <a:p>
            <a:pPr marL="342900" indent="-342900" algn="l">
              <a:lnSpc>
                <a:spcPts val="2850"/>
              </a:lnSpc>
              <a:buSzPct val="100000"/>
              <a:buChar char="•"/>
            </a:pPr>
            <a:r>
              <a:rPr lang="en-US" sz="2000" dirty="0">
                <a:solidFill>
                  <a:srgbClr val="15213F"/>
                </a:solidFill>
                <a:latin typeface="Times New Roman" panose="02020603050405020304" pitchFamily="18" charset="0"/>
                <a:ea typeface="Roboto" pitchFamily="34" charset="-122"/>
                <a:cs typeface="Times New Roman" panose="02020603050405020304" pitchFamily="18" charset="0"/>
              </a:rPr>
              <a:t>Giao diện thân thiện, dễ sử dụng cho người dùng cá nhân</a:t>
            </a:r>
            <a:endParaRPr lang="en-US" sz="2000" dirty="0">
              <a:latin typeface="Times New Roman" panose="02020603050405020304" pitchFamily="18" charset="0"/>
              <a:cs typeface="Times New Roman" panose="02020603050405020304" pitchFamily="18" charset="0"/>
            </a:endParaRPr>
          </a:p>
        </p:txBody>
      </p:sp>
      <p:sp>
        <p:nvSpPr>
          <p:cNvPr id="7" name="Text 3">
            <a:extLst>
              <a:ext uri="{FF2B5EF4-FFF2-40B4-BE49-F238E27FC236}">
                <a16:creationId xmlns:a16="http://schemas.microsoft.com/office/drawing/2014/main" id="{E5E078AA-4BA1-6623-AE08-8BCA6602384E}"/>
              </a:ext>
            </a:extLst>
          </p:cNvPr>
          <p:cNvSpPr/>
          <p:nvPr/>
        </p:nvSpPr>
        <p:spPr>
          <a:xfrm>
            <a:off x="7722567" y="1501776"/>
            <a:ext cx="2835235" cy="354330"/>
          </a:xfrm>
          <a:prstGeom prst="rect">
            <a:avLst/>
          </a:prstGeom>
          <a:noFill/>
          <a:ln/>
        </p:spPr>
        <p:txBody>
          <a:bodyPr wrap="none" lIns="0" tIns="0" rIns="0" bIns="0" rtlCol="0" anchor="t"/>
          <a:lstStyle/>
          <a:p>
            <a:pPr marL="0" indent="0" algn="l">
              <a:lnSpc>
                <a:spcPts val="2750"/>
              </a:lnSpc>
              <a:buNone/>
            </a:pPr>
            <a:r>
              <a:rPr lang="en-US" sz="2800" b="1" dirty="0">
                <a:latin typeface="Times New Roman" panose="02020603050405020304" pitchFamily="18" charset="0"/>
                <a:ea typeface="Roboto Slab" pitchFamily="34" charset="-122"/>
                <a:cs typeface="Times New Roman" panose="02020603050405020304" pitchFamily="18" charset="0"/>
              </a:rPr>
              <a:t>Đối Tượng Sử Dụng</a:t>
            </a:r>
            <a:endParaRPr lang="en-US" sz="2800" b="1" dirty="0">
              <a:latin typeface="Times New Roman" panose="02020603050405020304" pitchFamily="18" charset="0"/>
              <a:cs typeface="Times New Roman" panose="02020603050405020304" pitchFamily="18" charset="0"/>
            </a:endParaRPr>
          </a:p>
        </p:txBody>
      </p:sp>
      <p:sp>
        <p:nvSpPr>
          <p:cNvPr id="8" name="Text 4">
            <a:extLst>
              <a:ext uri="{FF2B5EF4-FFF2-40B4-BE49-F238E27FC236}">
                <a16:creationId xmlns:a16="http://schemas.microsoft.com/office/drawing/2014/main" id="{BC255DF3-B2C6-F368-B1A2-6C0E1B54CD7C}"/>
              </a:ext>
            </a:extLst>
          </p:cNvPr>
          <p:cNvSpPr/>
          <p:nvPr/>
        </p:nvSpPr>
        <p:spPr>
          <a:xfrm>
            <a:off x="6841117" y="2471263"/>
            <a:ext cx="4864851" cy="3361126"/>
          </a:xfrm>
          <a:prstGeom prst="rect">
            <a:avLst/>
          </a:prstGeom>
          <a:noFill/>
          <a:ln/>
        </p:spPr>
        <p:txBody>
          <a:bodyPr wrap="square" lIns="0" tIns="0" rIns="0" bIns="0" rtlCol="0" anchor="t"/>
          <a:lstStyle/>
          <a:p>
            <a:pPr marL="342900" indent="-342900" algn="l">
              <a:lnSpc>
                <a:spcPts val="2850"/>
              </a:lnSpc>
              <a:buSzPct val="100000"/>
              <a:buChar char="•"/>
            </a:pPr>
            <a:r>
              <a:rPr lang="en-US" sz="2000" dirty="0">
                <a:solidFill>
                  <a:srgbClr val="15213F"/>
                </a:solidFill>
                <a:latin typeface="Times New Roman" panose="02020603050405020304" pitchFamily="18" charset="0"/>
                <a:ea typeface="Roboto" pitchFamily="34" charset="-122"/>
                <a:cs typeface="Times New Roman" panose="02020603050405020304" pitchFamily="18" charset="0"/>
              </a:rPr>
              <a:t>Người dùng cá nhân muốn quản lý tài chính</a:t>
            </a:r>
            <a:endParaRPr lang="en-US" sz="2000" dirty="0">
              <a:latin typeface="Times New Roman" panose="02020603050405020304" pitchFamily="18" charset="0"/>
              <a:cs typeface="Times New Roman" panose="02020603050405020304" pitchFamily="18" charset="0"/>
            </a:endParaRPr>
          </a:p>
          <a:p>
            <a:pPr marL="342900" indent="-342900" algn="l">
              <a:lnSpc>
                <a:spcPts val="2850"/>
              </a:lnSpc>
              <a:buSzPct val="100000"/>
              <a:buChar char="•"/>
            </a:pPr>
            <a:r>
              <a:rPr lang="en-US" sz="2000" dirty="0">
                <a:solidFill>
                  <a:srgbClr val="15213F"/>
                </a:solidFill>
                <a:latin typeface="Times New Roman" panose="02020603050405020304" pitchFamily="18" charset="0"/>
                <a:ea typeface="Roboto" pitchFamily="34" charset="-122"/>
                <a:cs typeface="Times New Roman" panose="02020603050405020304" pitchFamily="18" charset="0"/>
              </a:rPr>
              <a:t>Những ai cần theo dõi chi tiêu hàng ngày</a:t>
            </a:r>
            <a:endParaRPr lang="en-US" sz="2000" dirty="0">
              <a:latin typeface="Times New Roman" panose="02020603050405020304" pitchFamily="18" charset="0"/>
              <a:cs typeface="Times New Roman" panose="02020603050405020304" pitchFamily="18" charset="0"/>
            </a:endParaRPr>
          </a:p>
          <a:p>
            <a:pPr marL="342900" indent="-342900" algn="l">
              <a:lnSpc>
                <a:spcPts val="2850"/>
              </a:lnSpc>
              <a:buSzPct val="100000"/>
              <a:buChar char="•"/>
            </a:pPr>
            <a:r>
              <a:rPr lang="en-US" sz="2000" dirty="0">
                <a:solidFill>
                  <a:srgbClr val="15213F"/>
                </a:solidFill>
                <a:latin typeface="Times New Roman" panose="02020603050405020304" pitchFamily="18" charset="0"/>
                <a:ea typeface="Roboto" pitchFamily="34" charset="-122"/>
                <a:cs typeface="Times New Roman" panose="02020603050405020304" pitchFamily="18" charset="0"/>
              </a:rPr>
              <a:t>Người muốn lập kế hoạch tiết kiệm và đạt mục tiêu tài chính</a:t>
            </a:r>
            <a:endParaRPr lang="en-US" sz="2000" dirty="0">
              <a:latin typeface="Times New Roman" panose="02020603050405020304" pitchFamily="18" charset="0"/>
              <a:cs typeface="Times New Roman" panose="02020603050405020304" pitchFamily="18" charset="0"/>
            </a:endParaRPr>
          </a:p>
          <a:p>
            <a:pPr marL="342900" indent="-342900" algn="l">
              <a:lnSpc>
                <a:spcPts val="2850"/>
              </a:lnSpc>
              <a:buSzPct val="100000"/>
              <a:buChar char="•"/>
            </a:pPr>
            <a:r>
              <a:rPr lang="en-US" sz="2000" dirty="0">
                <a:solidFill>
                  <a:srgbClr val="15213F"/>
                </a:solidFill>
                <a:latin typeface="Times New Roman" panose="02020603050405020304" pitchFamily="18" charset="0"/>
                <a:ea typeface="Roboto" pitchFamily="34" charset="-122"/>
                <a:cs typeface="Times New Roman" panose="02020603050405020304" pitchFamily="18" charset="0"/>
              </a:rPr>
              <a:t>Bất kỳ ai cần công cụ thống kê tài chính đơn giản và hiệu quả</a:t>
            </a: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47048197"/>
      </p:ext>
    </p:extLst>
  </p:cSld>
  <p:clrMapOvr>
    <a:masterClrMapping/>
  </p:clrMapOvr>
  <p:transition spd="slow">
    <p:cove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81058152-3665-C30E-7C4D-CCD8C405254E}"/>
              </a:ext>
            </a:extLst>
          </p:cNvPr>
          <p:cNvSpPr>
            <a:spLocks noGrp="1"/>
          </p:cNvSpPr>
          <p:nvPr>
            <p:ph type="title"/>
          </p:nvPr>
        </p:nvSpPr>
        <p:spPr>
          <a:xfrm>
            <a:off x="324288" y="289275"/>
            <a:ext cx="6323646" cy="553998"/>
          </a:xfrm>
        </p:spPr>
        <p:txBody>
          <a:bodyPr/>
          <a:lstStyle/>
          <a:p>
            <a:r>
              <a:rPr lang="vi-VN" sz="1800" dirty="0">
                <a:solidFill>
                  <a:schemeClr val="bg1"/>
                </a:solidFill>
                <a:latin typeface="Times New Roman" panose="02020603050405020304" pitchFamily="18" charset="0"/>
                <a:cs typeface="Times New Roman" panose="02020603050405020304" pitchFamily="18" charset="0"/>
              </a:rPr>
              <a:t>C</a:t>
            </a:r>
            <a:r>
              <a:rPr lang="en-US" sz="1800" dirty="0">
                <a:solidFill>
                  <a:schemeClr val="bg1"/>
                </a:solidFill>
                <a:latin typeface="Times New Roman" panose="02020603050405020304" pitchFamily="18" charset="0"/>
                <a:cs typeface="Times New Roman" panose="02020603050405020304" pitchFamily="18" charset="0"/>
              </a:rPr>
              <a:t>ÔNG NGHỆ SỬ DỤNG</a:t>
            </a:r>
            <a:br>
              <a:rPr lang="en-US" sz="1800" dirty="0">
                <a:latin typeface="Times New Roman" panose="02020603050405020304" pitchFamily="18" charset="0"/>
                <a:cs typeface="Times New Roman" panose="02020603050405020304" pitchFamily="18" charset="0"/>
              </a:rPr>
            </a:br>
            <a:endParaRPr lang="en-US" sz="1800" dirty="0">
              <a:solidFill>
                <a:schemeClr val="bg1"/>
              </a:solidFill>
              <a:latin typeface="Times New Roman" panose="02020603050405020304" pitchFamily="18" charset="0"/>
              <a:cs typeface="Times New Roman" panose="02020603050405020304" pitchFamily="18" charset="0"/>
            </a:endParaRPr>
          </a:p>
        </p:txBody>
      </p:sp>
      <p:sp>
        <p:nvSpPr>
          <p:cNvPr id="9" name="Shape 1">
            <a:extLst>
              <a:ext uri="{FF2B5EF4-FFF2-40B4-BE49-F238E27FC236}">
                <a16:creationId xmlns:a16="http://schemas.microsoft.com/office/drawing/2014/main" id="{56EB7378-C90D-0951-0053-B9B1234B9C29}"/>
              </a:ext>
            </a:extLst>
          </p:cNvPr>
          <p:cNvSpPr/>
          <p:nvPr/>
        </p:nvSpPr>
        <p:spPr>
          <a:xfrm>
            <a:off x="135038" y="689876"/>
            <a:ext cx="5802359" cy="2118823"/>
          </a:xfrm>
          <a:prstGeom prst="roundRect">
            <a:avLst>
              <a:gd name="adj" fmla="val 1320"/>
            </a:avLst>
          </a:prstGeom>
          <a:solidFill>
            <a:srgbClr val="E9ECF2"/>
          </a:solidFill>
          <a:ln/>
        </p:spPr>
        <p:txBody>
          <a:bodyPr/>
          <a:lstStyle/>
          <a:p>
            <a:endParaRPr lang="en-US" dirty="0">
              <a:latin typeface="Times New Roman" panose="02020603050405020304" pitchFamily="18" charset="0"/>
              <a:cs typeface="Times New Roman" panose="02020603050405020304" pitchFamily="18" charset="0"/>
            </a:endParaRPr>
          </a:p>
        </p:txBody>
      </p:sp>
      <p:pic>
        <p:nvPicPr>
          <p:cNvPr id="10" name="Image 0" descr="preencoded.png">
            <a:extLst>
              <a:ext uri="{FF2B5EF4-FFF2-40B4-BE49-F238E27FC236}">
                <a16:creationId xmlns:a16="http://schemas.microsoft.com/office/drawing/2014/main" id="{B1161E0F-A6CB-6F6D-8B48-F41A5C036781}"/>
              </a:ext>
            </a:extLst>
          </p:cNvPr>
          <p:cNvPicPr>
            <a:picLocks noChangeAspect="1"/>
          </p:cNvPicPr>
          <p:nvPr/>
        </p:nvPicPr>
        <p:blipFill>
          <a:blip r:embed="rId2"/>
          <a:stretch>
            <a:fillRect/>
          </a:stretch>
        </p:blipFill>
        <p:spPr>
          <a:xfrm>
            <a:off x="362571" y="757402"/>
            <a:ext cx="680442" cy="680442"/>
          </a:xfrm>
          <a:prstGeom prst="rect">
            <a:avLst/>
          </a:prstGeom>
          <a:ln>
            <a:solidFill>
              <a:schemeClr val="bg1"/>
            </a:solidFill>
          </a:ln>
        </p:spPr>
      </p:pic>
      <p:pic>
        <p:nvPicPr>
          <p:cNvPr id="11" name="Image 1" descr="preencoded.png">
            <a:extLst>
              <a:ext uri="{FF2B5EF4-FFF2-40B4-BE49-F238E27FC236}">
                <a16:creationId xmlns:a16="http://schemas.microsoft.com/office/drawing/2014/main" id="{985FF3E7-3BCC-8C62-481F-CDFE2CFC6FC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43013" y="2435825"/>
            <a:ext cx="306110" cy="306110"/>
          </a:xfrm>
          <a:prstGeom prst="rect">
            <a:avLst/>
          </a:prstGeom>
        </p:spPr>
      </p:pic>
      <p:sp>
        <p:nvSpPr>
          <p:cNvPr id="12" name="Text 2">
            <a:extLst>
              <a:ext uri="{FF2B5EF4-FFF2-40B4-BE49-F238E27FC236}">
                <a16:creationId xmlns:a16="http://schemas.microsoft.com/office/drawing/2014/main" id="{0446FE30-0242-EFBE-8455-3E1351C73FDE}"/>
              </a:ext>
            </a:extLst>
          </p:cNvPr>
          <p:cNvSpPr/>
          <p:nvPr/>
        </p:nvSpPr>
        <p:spPr>
          <a:xfrm>
            <a:off x="1270546" y="967333"/>
            <a:ext cx="2835235" cy="354330"/>
          </a:xfrm>
          <a:prstGeom prst="rect">
            <a:avLst/>
          </a:prstGeom>
          <a:noFill/>
          <a:ln/>
        </p:spPr>
        <p:txBody>
          <a:bodyPr wrap="none" lIns="0" tIns="0" rIns="0" bIns="0" rtlCol="0" anchor="t"/>
          <a:lstStyle/>
          <a:p>
            <a:pPr marL="0" indent="0" algn="l">
              <a:lnSpc>
                <a:spcPts val="2750"/>
              </a:lnSpc>
              <a:buNone/>
            </a:pPr>
            <a:r>
              <a:rPr lang="en-US" sz="2800" dirty="0" err="1">
                <a:solidFill>
                  <a:srgbClr val="15213F"/>
                </a:solidFill>
                <a:latin typeface="Times New Roman" panose="02020603050405020304" pitchFamily="18" charset="0"/>
                <a:ea typeface="Roboto Slab" pitchFamily="34" charset="-122"/>
                <a:cs typeface="Times New Roman" panose="02020603050405020304" pitchFamily="18" charset="0"/>
              </a:rPr>
              <a:t>Ngôn</a:t>
            </a:r>
            <a:r>
              <a:rPr lang="en-US" sz="2800" dirty="0">
                <a:solidFill>
                  <a:srgbClr val="15213F"/>
                </a:solidFill>
                <a:latin typeface="Times New Roman" panose="02020603050405020304" pitchFamily="18" charset="0"/>
                <a:ea typeface="Roboto Slab" pitchFamily="34" charset="-122"/>
                <a:cs typeface="Times New Roman" panose="02020603050405020304" pitchFamily="18" charset="0"/>
              </a:rPr>
              <a:t> </a:t>
            </a:r>
            <a:r>
              <a:rPr lang="en-US" sz="2800" dirty="0" err="1">
                <a:solidFill>
                  <a:srgbClr val="15213F"/>
                </a:solidFill>
                <a:latin typeface="Times New Roman" panose="02020603050405020304" pitchFamily="18" charset="0"/>
                <a:ea typeface="Roboto Slab" pitchFamily="34" charset="-122"/>
                <a:cs typeface="Times New Roman" panose="02020603050405020304" pitchFamily="18" charset="0"/>
              </a:rPr>
              <a:t>Ngữ</a:t>
            </a:r>
            <a:r>
              <a:rPr lang="en-US" sz="2800" dirty="0">
                <a:solidFill>
                  <a:srgbClr val="15213F"/>
                </a:solidFill>
                <a:latin typeface="Times New Roman" panose="02020603050405020304" pitchFamily="18" charset="0"/>
                <a:ea typeface="Roboto Slab" pitchFamily="34" charset="-122"/>
                <a:cs typeface="Times New Roman" panose="02020603050405020304" pitchFamily="18" charset="0"/>
              </a:rPr>
              <a:t> C#</a:t>
            </a:r>
            <a:endParaRPr lang="en-US" sz="2800" dirty="0">
              <a:latin typeface="Times New Roman" panose="02020603050405020304" pitchFamily="18" charset="0"/>
              <a:cs typeface="Times New Roman" panose="02020603050405020304" pitchFamily="18" charset="0"/>
            </a:endParaRPr>
          </a:p>
        </p:txBody>
      </p:sp>
      <p:sp>
        <p:nvSpPr>
          <p:cNvPr id="13" name="Text 3">
            <a:extLst>
              <a:ext uri="{FF2B5EF4-FFF2-40B4-BE49-F238E27FC236}">
                <a16:creationId xmlns:a16="http://schemas.microsoft.com/office/drawing/2014/main" id="{1201B873-33A0-19F0-A342-2865727C1471}"/>
              </a:ext>
            </a:extLst>
          </p:cNvPr>
          <p:cNvSpPr/>
          <p:nvPr/>
        </p:nvSpPr>
        <p:spPr>
          <a:xfrm>
            <a:off x="338350" y="1691170"/>
            <a:ext cx="5954316" cy="362903"/>
          </a:xfrm>
          <a:prstGeom prst="rect">
            <a:avLst/>
          </a:prstGeom>
          <a:noFill/>
          <a:ln/>
        </p:spPr>
        <p:txBody>
          <a:bodyPr wrap="none" lIns="0" tIns="0" rIns="0" bIns="0" rtlCol="0" anchor="t"/>
          <a:lstStyle/>
          <a:p>
            <a:pPr marL="285750" indent="-285750">
              <a:lnSpc>
                <a:spcPts val="2850"/>
              </a:lnSpc>
              <a:buFont typeface="Arial" panose="020B0604020202020204" pitchFamily="34" charset="0"/>
              <a:buChar char="•"/>
            </a:pPr>
            <a:r>
              <a:rPr lang="vi-VN" dirty="0"/>
              <a:t>Hỗ trợ lập trình hướng đối tượng mạnh mẽ </a:t>
            </a:r>
            <a:endParaRPr lang="en-US" dirty="0"/>
          </a:p>
          <a:p>
            <a:pPr marL="285750" indent="-285750">
              <a:lnSpc>
                <a:spcPts val="2850"/>
              </a:lnSpc>
              <a:buFont typeface="Arial" panose="020B0604020202020204" pitchFamily="34" charset="0"/>
              <a:buChar char="•"/>
            </a:pPr>
            <a:r>
              <a:rPr lang="vi-VN" dirty="0"/>
              <a:t>Dễ xây dựng ứng dụng </a:t>
            </a:r>
            <a:r>
              <a:rPr lang="vi-VN" dirty="0" err="1"/>
              <a:t>desktop</a:t>
            </a:r>
            <a:endParaRPr lang="en-US" dirty="0">
              <a:latin typeface="Times New Roman" panose="02020603050405020304" pitchFamily="18" charset="0"/>
              <a:cs typeface="Times New Roman" panose="02020603050405020304" pitchFamily="18" charset="0"/>
            </a:endParaRPr>
          </a:p>
        </p:txBody>
      </p:sp>
      <p:sp>
        <p:nvSpPr>
          <p:cNvPr id="14" name="Shape 4">
            <a:extLst>
              <a:ext uri="{FF2B5EF4-FFF2-40B4-BE49-F238E27FC236}">
                <a16:creationId xmlns:a16="http://schemas.microsoft.com/office/drawing/2014/main" id="{7DBD6596-48A5-D89C-691B-8533618430F4}"/>
              </a:ext>
            </a:extLst>
          </p:cNvPr>
          <p:cNvSpPr/>
          <p:nvPr/>
        </p:nvSpPr>
        <p:spPr>
          <a:xfrm>
            <a:off x="6096001" y="708863"/>
            <a:ext cx="5954436" cy="2118823"/>
          </a:xfrm>
          <a:prstGeom prst="roundRect">
            <a:avLst>
              <a:gd name="adj" fmla="val 1320"/>
            </a:avLst>
          </a:prstGeom>
          <a:solidFill>
            <a:srgbClr val="E9ECF2"/>
          </a:solidFill>
          <a:ln/>
        </p:spPr>
        <p:txBody>
          <a:bodyPr/>
          <a:lstStyle/>
          <a:p>
            <a:endParaRPr lang="en-US">
              <a:latin typeface="Times New Roman" panose="02020603050405020304" pitchFamily="18" charset="0"/>
              <a:cs typeface="Times New Roman" panose="02020603050405020304" pitchFamily="18" charset="0"/>
            </a:endParaRPr>
          </a:p>
        </p:txBody>
      </p:sp>
      <p:pic>
        <p:nvPicPr>
          <p:cNvPr id="15" name="Image 2" descr="preencoded.png">
            <a:extLst>
              <a:ext uri="{FF2B5EF4-FFF2-40B4-BE49-F238E27FC236}">
                <a16:creationId xmlns:a16="http://schemas.microsoft.com/office/drawing/2014/main" id="{38751E42-D638-1BEE-1B6F-EDEE7990AAC1}"/>
              </a:ext>
            </a:extLst>
          </p:cNvPr>
          <p:cNvPicPr>
            <a:picLocks noChangeAspect="1"/>
          </p:cNvPicPr>
          <p:nvPr/>
        </p:nvPicPr>
        <p:blipFill>
          <a:blip r:embed="rId4"/>
          <a:stretch>
            <a:fillRect/>
          </a:stretch>
        </p:blipFill>
        <p:spPr>
          <a:xfrm>
            <a:off x="6413208" y="757402"/>
            <a:ext cx="680442" cy="680442"/>
          </a:xfrm>
          <a:prstGeom prst="rect">
            <a:avLst/>
          </a:prstGeom>
        </p:spPr>
      </p:pic>
      <p:pic>
        <p:nvPicPr>
          <p:cNvPr id="16" name="Image 3" descr="preencoded.png">
            <a:extLst>
              <a:ext uri="{FF2B5EF4-FFF2-40B4-BE49-F238E27FC236}">
                <a16:creationId xmlns:a16="http://schemas.microsoft.com/office/drawing/2014/main" id="{85BE7102-FD0D-3CE3-6811-81776C37DD5D}"/>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677771" y="2435825"/>
            <a:ext cx="306110" cy="306110"/>
          </a:xfrm>
          <a:prstGeom prst="rect">
            <a:avLst/>
          </a:prstGeom>
        </p:spPr>
      </p:pic>
      <p:sp>
        <p:nvSpPr>
          <p:cNvPr id="17" name="Text 5">
            <a:extLst>
              <a:ext uri="{FF2B5EF4-FFF2-40B4-BE49-F238E27FC236}">
                <a16:creationId xmlns:a16="http://schemas.microsoft.com/office/drawing/2014/main" id="{E6C492AF-1229-9871-68DC-7AB2BE3BF6BD}"/>
              </a:ext>
            </a:extLst>
          </p:cNvPr>
          <p:cNvSpPr/>
          <p:nvPr/>
        </p:nvSpPr>
        <p:spPr>
          <a:xfrm>
            <a:off x="7279821" y="909388"/>
            <a:ext cx="2835235" cy="354330"/>
          </a:xfrm>
          <a:prstGeom prst="rect">
            <a:avLst/>
          </a:prstGeom>
          <a:noFill/>
          <a:ln/>
        </p:spPr>
        <p:txBody>
          <a:bodyPr wrap="none" lIns="0" tIns="0" rIns="0" bIns="0" rtlCol="0" anchor="t"/>
          <a:lstStyle/>
          <a:p>
            <a:pPr>
              <a:lnSpc>
                <a:spcPts val="2750"/>
              </a:lnSpc>
            </a:pPr>
            <a:r>
              <a:rPr lang="en-US" sz="2800" dirty="0">
                <a:solidFill>
                  <a:srgbClr val="15213F"/>
                </a:solidFill>
                <a:latin typeface="Times New Roman" panose="02020603050405020304" pitchFamily="18" charset="0"/>
                <a:ea typeface="Roboto Slab" pitchFamily="34" charset="-122"/>
                <a:cs typeface="Times New Roman" panose="02020603050405020304" pitchFamily="18" charset="0"/>
              </a:rPr>
              <a:t>Giao </a:t>
            </a:r>
            <a:r>
              <a:rPr lang="en-US" sz="2800" dirty="0" err="1">
                <a:solidFill>
                  <a:srgbClr val="15213F"/>
                </a:solidFill>
                <a:latin typeface="Times New Roman" panose="02020603050405020304" pitchFamily="18" charset="0"/>
                <a:ea typeface="Roboto Slab" pitchFamily="34" charset="-122"/>
                <a:cs typeface="Times New Roman" panose="02020603050405020304" pitchFamily="18" charset="0"/>
              </a:rPr>
              <a:t>Diện</a:t>
            </a:r>
            <a:r>
              <a:rPr lang="en-US" sz="2800" dirty="0">
                <a:solidFill>
                  <a:srgbClr val="15213F"/>
                </a:solidFill>
                <a:latin typeface="Times New Roman" panose="02020603050405020304" pitchFamily="18" charset="0"/>
                <a:ea typeface="Roboto Slab" pitchFamily="34" charset="-122"/>
                <a:cs typeface="Times New Roman" panose="02020603050405020304" pitchFamily="18" charset="0"/>
              </a:rPr>
              <a:t> </a:t>
            </a:r>
            <a:r>
              <a:rPr lang="en-US" sz="2800" dirty="0">
                <a:solidFill>
                  <a:srgbClr val="15213F"/>
                </a:solidFill>
                <a:latin typeface="Times New Roman" panose="02020603050405020304" pitchFamily="18" charset="0"/>
                <a:ea typeface="Roboto" pitchFamily="34" charset="-122"/>
                <a:cs typeface="Times New Roman" panose="02020603050405020304" pitchFamily="18" charset="0"/>
              </a:rPr>
              <a:t>WinForms </a:t>
            </a:r>
            <a:endParaRPr lang="en-US" sz="2800" dirty="0">
              <a:latin typeface="Times New Roman" panose="02020603050405020304" pitchFamily="18" charset="0"/>
              <a:cs typeface="Times New Roman" panose="02020603050405020304" pitchFamily="18" charset="0"/>
            </a:endParaRPr>
          </a:p>
        </p:txBody>
      </p:sp>
      <p:sp>
        <p:nvSpPr>
          <p:cNvPr id="18" name="Text 6">
            <a:extLst>
              <a:ext uri="{FF2B5EF4-FFF2-40B4-BE49-F238E27FC236}">
                <a16:creationId xmlns:a16="http://schemas.microsoft.com/office/drawing/2014/main" id="{1D4F8181-1092-E016-CF3E-94A192C9C0A5}"/>
              </a:ext>
            </a:extLst>
          </p:cNvPr>
          <p:cNvSpPr/>
          <p:nvPr/>
        </p:nvSpPr>
        <p:spPr>
          <a:xfrm>
            <a:off x="6237564" y="1716985"/>
            <a:ext cx="5954435" cy="725805"/>
          </a:xfrm>
          <a:prstGeom prst="rect">
            <a:avLst/>
          </a:prstGeom>
          <a:noFill/>
          <a:ln/>
        </p:spPr>
        <p:txBody>
          <a:bodyPr wrap="square" lIns="0" tIns="0" rIns="0" bIns="0" rtlCol="0" anchor="t"/>
          <a:lstStyle/>
          <a:p>
            <a:pPr marL="0" indent="0" algn="l">
              <a:lnSpc>
                <a:spcPts val="2850"/>
              </a:lnSpc>
              <a:buNone/>
            </a:pPr>
            <a:r>
              <a:rPr lang="en-US" dirty="0" err="1">
                <a:solidFill>
                  <a:srgbClr val="15213F"/>
                </a:solidFill>
                <a:latin typeface="Times New Roman" panose="02020603050405020304" pitchFamily="18" charset="0"/>
                <a:ea typeface="Roboto" pitchFamily="34" charset="-122"/>
                <a:cs typeface="Times New Roman" panose="02020603050405020304" pitchFamily="18" charset="0"/>
              </a:rPr>
              <a:t>Xây</a:t>
            </a:r>
            <a:r>
              <a:rPr lang="en-US" dirty="0">
                <a:solidFill>
                  <a:srgbClr val="15213F"/>
                </a:solidFill>
                <a:latin typeface="Times New Roman" panose="02020603050405020304" pitchFamily="18" charset="0"/>
                <a:ea typeface="Roboto" pitchFamily="34" charset="-122"/>
                <a:cs typeface="Times New Roman" panose="02020603050405020304" pitchFamily="18" charset="0"/>
              </a:rPr>
              <a:t> dựng giao diện desktop Windows trực quan</a:t>
            </a:r>
            <a:endParaRPr lang="en-US" dirty="0">
              <a:latin typeface="Times New Roman" panose="02020603050405020304" pitchFamily="18" charset="0"/>
              <a:cs typeface="Times New Roman" panose="02020603050405020304" pitchFamily="18" charset="0"/>
            </a:endParaRPr>
          </a:p>
        </p:txBody>
      </p:sp>
      <p:sp>
        <p:nvSpPr>
          <p:cNvPr id="19" name="Shape 7">
            <a:extLst>
              <a:ext uri="{FF2B5EF4-FFF2-40B4-BE49-F238E27FC236}">
                <a16:creationId xmlns:a16="http://schemas.microsoft.com/office/drawing/2014/main" id="{72E6AE72-5093-EE85-E72D-6DDE4388C440}"/>
              </a:ext>
            </a:extLst>
          </p:cNvPr>
          <p:cNvSpPr/>
          <p:nvPr/>
        </p:nvSpPr>
        <p:spPr>
          <a:xfrm>
            <a:off x="137122" y="3385987"/>
            <a:ext cx="5802359" cy="2577108"/>
          </a:xfrm>
          <a:prstGeom prst="roundRect">
            <a:avLst>
              <a:gd name="adj" fmla="val 1320"/>
            </a:avLst>
          </a:prstGeom>
          <a:solidFill>
            <a:srgbClr val="E9ECF2"/>
          </a:solidFill>
          <a:ln/>
        </p:spPr>
        <p:txBody>
          <a:bodyPr/>
          <a:lstStyle/>
          <a:p>
            <a:endParaRPr lang="en-US">
              <a:latin typeface="Times New Roman" panose="02020603050405020304" pitchFamily="18" charset="0"/>
              <a:cs typeface="Times New Roman" panose="02020603050405020304" pitchFamily="18" charset="0"/>
            </a:endParaRPr>
          </a:p>
        </p:txBody>
      </p:sp>
      <p:pic>
        <p:nvPicPr>
          <p:cNvPr id="20" name="Image 4" descr="preencoded.png">
            <a:extLst>
              <a:ext uri="{FF2B5EF4-FFF2-40B4-BE49-F238E27FC236}">
                <a16:creationId xmlns:a16="http://schemas.microsoft.com/office/drawing/2014/main" id="{B66DBB23-129B-3C58-59FA-5BB8322ECC71}"/>
              </a:ext>
            </a:extLst>
          </p:cNvPr>
          <p:cNvPicPr>
            <a:picLocks noChangeAspect="1"/>
          </p:cNvPicPr>
          <p:nvPr/>
        </p:nvPicPr>
        <p:blipFill>
          <a:blip r:embed="rId6"/>
          <a:stretch>
            <a:fillRect/>
          </a:stretch>
        </p:blipFill>
        <p:spPr>
          <a:xfrm>
            <a:off x="324288" y="3503681"/>
            <a:ext cx="680442" cy="680442"/>
          </a:xfrm>
          <a:prstGeom prst="rect">
            <a:avLst/>
          </a:prstGeom>
        </p:spPr>
      </p:pic>
      <p:pic>
        <p:nvPicPr>
          <p:cNvPr id="21" name="Image 5" descr="preencoded.png">
            <a:extLst>
              <a:ext uri="{FF2B5EF4-FFF2-40B4-BE49-F238E27FC236}">
                <a16:creationId xmlns:a16="http://schemas.microsoft.com/office/drawing/2014/main" id="{1C675B1B-A992-750B-CBA2-1DB54998E416}"/>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043013" y="5239747"/>
            <a:ext cx="306110" cy="306110"/>
          </a:xfrm>
          <a:prstGeom prst="rect">
            <a:avLst/>
          </a:prstGeom>
        </p:spPr>
      </p:pic>
      <p:sp>
        <p:nvSpPr>
          <p:cNvPr id="22" name="Text 8">
            <a:extLst>
              <a:ext uri="{FF2B5EF4-FFF2-40B4-BE49-F238E27FC236}">
                <a16:creationId xmlns:a16="http://schemas.microsoft.com/office/drawing/2014/main" id="{99463A93-B013-77AC-B02B-1766943977D4}"/>
              </a:ext>
            </a:extLst>
          </p:cNvPr>
          <p:cNvSpPr/>
          <p:nvPr/>
        </p:nvSpPr>
        <p:spPr>
          <a:xfrm>
            <a:off x="324288" y="4350234"/>
            <a:ext cx="2835235" cy="354330"/>
          </a:xfrm>
          <a:prstGeom prst="rect">
            <a:avLst/>
          </a:prstGeom>
          <a:noFill/>
          <a:ln/>
        </p:spPr>
        <p:txBody>
          <a:bodyPr wrap="none" lIns="0" tIns="0" rIns="0" bIns="0" rtlCol="0" anchor="t"/>
          <a:lstStyle/>
          <a:p>
            <a:pPr marL="0" indent="0" algn="l">
              <a:lnSpc>
                <a:spcPts val="2750"/>
              </a:lnSpc>
              <a:buNone/>
            </a:pPr>
            <a:r>
              <a:rPr lang="en-US" sz="2800" dirty="0">
                <a:solidFill>
                  <a:srgbClr val="15213F"/>
                </a:solidFill>
                <a:latin typeface="Times New Roman" panose="02020603050405020304" pitchFamily="18" charset="0"/>
                <a:ea typeface="Roboto Slab" pitchFamily="34" charset="-122"/>
                <a:cs typeface="Times New Roman" panose="02020603050405020304" pitchFamily="18" charset="0"/>
              </a:rPr>
              <a:t>Cơ Sở </a:t>
            </a:r>
            <a:r>
              <a:rPr lang="en-US" sz="2800" dirty="0" err="1">
                <a:solidFill>
                  <a:srgbClr val="15213F"/>
                </a:solidFill>
                <a:latin typeface="Times New Roman" panose="02020603050405020304" pitchFamily="18" charset="0"/>
                <a:ea typeface="Roboto Slab" pitchFamily="34" charset="-122"/>
                <a:cs typeface="Times New Roman" panose="02020603050405020304" pitchFamily="18" charset="0"/>
              </a:rPr>
              <a:t>Dữ</a:t>
            </a:r>
            <a:r>
              <a:rPr lang="en-US" sz="2800" dirty="0">
                <a:solidFill>
                  <a:srgbClr val="15213F"/>
                </a:solidFill>
                <a:latin typeface="Times New Roman" panose="02020603050405020304" pitchFamily="18" charset="0"/>
                <a:ea typeface="Roboto Slab" pitchFamily="34" charset="-122"/>
                <a:cs typeface="Times New Roman" panose="02020603050405020304" pitchFamily="18" charset="0"/>
              </a:rPr>
              <a:t> Liệu – SQL Server</a:t>
            </a:r>
            <a:endParaRPr lang="en-US" sz="2800" dirty="0">
              <a:latin typeface="Times New Roman" panose="02020603050405020304" pitchFamily="18" charset="0"/>
              <a:cs typeface="Times New Roman" panose="02020603050405020304" pitchFamily="18" charset="0"/>
            </a:endParaRPr>
          </a:p>
        </p:txBody>
      </p:sp>
      <p:sp>
        <p:nvSpPr>
          <p:cNvPr id="23" name="Text 9">
            <a:extLst>
              <a:ext uri="{FF2B5EF4-FFF2-40B4-BE49-F238E27FC236}">
                <a16:creationId xmlns:a16="http://schemas.microsoft.com/office/drawing/2014/main" id="{02A6E93E-189D-C7FA-562B-62A58D210B8A}"/>
              </a:ext>
            </a:extLst>
          </p:cNvPr>
          <p:cNvSpPr/>
          <p:nvPr/>
        </p:nvSpPr>
        <p:spPr>
          <a:xfrm>
            <a:off x="324288" y="4798465"/>
            <a:ext cx="5954316" cy="362903"/>
          </a:xfrm>
          <a:prstGeom prst="rect">
            <a:avLst/>
          </a:prstGeom>
          <a:noFill/>
          <a:ln/>
        </p:spPr>
        <p:txBody>
          <a:bodyPr wrap="none" lIns="0" tIns="0" rIns="0" bIns="0" rtlCol="0" anchor="t"/>
          <a:lstStyle/>
          <a:p>
            <a:pPr marL="285750" indent="-285750">
              <a:lnSpc>
                <a:spcPts val="2850"/>
              </a:lnSpc>
              <a:buFont typeface="Arial" panose="020B0604020202020204" pitchFamily="34" charset="0"/>
              <a:buChar char="•"/>
            </a:pPr>
            <a:r>
              <a:rPr lang="en-US" dirty="0"/>
              <a:t>Quản </a:t>
            </a:r>
            <a:r>
              <a:rPr lang="en-US" dirty="0" err="1"/>
              <a:t>lý</a:t>
            </a:r>
            <a:r>
              <a:rPr lang="en-US" dirty="0"/>
              <a:t> </a:t>
            </a:r>
            <a:r>
              <a:rPr lang="en-US" dirty="0" err="1"/>
              <a:t>dữ</a:t>
            </a:r>
            <a:r>
              <a:rPr lang="en-US" dirty="0"/>
              <a:t> </a:t>
            </a:r>
            <a:r>
              <a:rPr lang="en-US" dirty="0" err="1"/>
              <a:t>liệu</a:t>
            </a:r>
            <a:r>
              <a:rPr lang="en-US" dirty="0"/>
              <a:t> </a:t>
            </a:r>
            <a:r>
              <a:rPr lang="en-US" dirty="0" err="1"/>
              <a:t>ổn</a:t>
            </a:r>
            <a:r>
              <a:rPr lang="en-US" dirty="0"/>
              <a:t> </a:t>
            </a:r>
            <a:r>
              <a:rPr lang="en-US" dirty="0" err="1"/>
              <a:t>định</a:t>
            </a:r>
            <a:r>
              <a:rPr lang="en-US" dirty="0"/>
              <a:t> </a:t>
            </a:r>
          </a:p>
          <a:p>
            <a:pPr marL="285750" indent="-285750">
              <a:lnSpc>
                <a:spcPts val="2850"/>
              </a:lnSpc>
              <a:buFont typeface="Arial" panose="020B0604020202020204" pitchFamily="34" charset="0"/>
              <a:buChar char="•"/>
            </a:pPr>
            <a:r>
              <a:rPr lang="en-US" dirty="0" err="1"/>
              <a:t>Hỗ</a:t>
            </a:r>
            <a:r>
              <a:rPr lang="en-US" dirty="0"/>
              <a:t> </a:t>
            </a:r>
            <a:r>
              <a:rPr lang="en-US" dirty="0" err="1"/>
              <a:t>trợ</a:t>
            </a:r>
            <a:r>
              <a:rPr lang="en-US" dirty="0"/>
              <a:t> </a:t>
            </a:r>
            <a:r>
              <a:rPr lang="en-US" dirty="0" err="1"/>
              <a:t>truy</a:t>
            </a:r>
            <a:r>
              <a:rPr lang="en-US" dirty="0"/>
              <a:t> </a:t>
            </a:r>
            <a:r>
              <a:rPr lang="en-US" dirty="0" err="1"/>
              <a:t>vấn</a:t>
            </a:r>
            <a:r>
              <a:rPr lang="en-US" dirty="0"/>
              <a:t> </a:t>
            </a:r>
            <a:r>
              <a:rPr lang="en-US" dirty="0" err="1"/>
              <a:t>nhanh</a:t>
            </a:r>
            <a:r>
              <a:rPr lang="en-US" dirty="0"/>
              <a:t> </a:t>
            </a:r>
            <a:r>
              <a:rPr lang="en-US" dirty="0" err="1"/>
              <a:t>và</a:t>
            </a:r>
            <a:r>
              <a:rPr lang="en-US" dirty="0"/>
              <a:t> </a:t>
            </a:r>
            <a:r>
              <a:rPr lang="en-US" dirty="0" err="1"/>
              <a:t>bảo</a:t>
            </a:r>
            <a:r>
              <a:rPr lang="en-US" dirty="0"/>
              <a:t> </a:t>
            </a:r>
            <a:r>
              <a:rPr lang="en-US" dirty="0" err="1"/>
              <a:t>mật</a:t>
            </a:r>
            <a:r>
              <a:rPr lang="en-US" dirty="0"/>
              <a:t> </a:t>
            </a:r>
            <a:r>
              <a:rPr lang="en-US" dirty="0" err="1"/>
              <a:t>dữ</a:t>
            </a:r>
            <a:r>
              <a:rPr lang="en-US" dirty="0"/>
              <a:t> </a:t>
            </a:r>
            <a:r>
              <a:rPr lang="en-US" dirty="0" err="1"/>
              <a:t>liệu</a:t>
            </a:r>
            <a:endParaRPr lang="en-US" dirty="0">
              <a:latin typeface="Times New Roman" panose="02020603050405020304" pitchFamily="18" charset="0"/>
              <a:cs typeface="Times New Roman" panose="02020603050405020304" pitchFamily="18" charset="0"/>
            </a:endParaRPr>
          </a:p>
        </p:txBody>
      </p:sp>
      <p:sp>
        <p:nvSpPr>
          <p:cNvPr id="24" name="Shape 10">
            <a:extLst>
              <a:ext uri="{FF2B5EF4-FFF2-40B4-BE49-F238E27FC236}">
                <a16:creationId xmlns:a16="http://schemas.microsoft.com/office/drawing/2014/main" id="{C32308D2-9F10-EB9E-4832-ACB68BB0DEB2}"/>
              </a:ext>
            </a:extLst>
          </p:cNvPr>
          <p:cNvSpPr/>
          <p:nvPr/>
        </p:nvSpPr>
        <p:spPr>
          <a:xfrm>
            <a:off x="6171177" y="3355512"/>
            <a:ext cx="5923790" cy="2577108"/>
          </a:xfrm>
          <a:prstGeom prst="roundRect">
            <a:avLst>
              <a:gd name="adj" fmla="val 1320"/>
            </a:avLst>
          </a:prstGeom>
          <a:solidFill>
            <a:srgbClr val="E9ECF2"/>
          </a:solidFill>
          <a:ln/>
        </p:spPr>
        <p:txBody>
          <a:bodyPr/>
          <a:lstStyle/>
          <a:p>
            <a:endParaRPr lang="en-US">
              <a:latin typeface="Times New Roman" panose="02020603050405020304" pitchFamily="18" charset="0"/>
              <a:cs typeface="Times New Roman" panose="02020603050405020304" pitchFamily="18" charset="0"/>
            </a:endParaRPr>
          </a:p>
        </p:txBody>
      </p:sp>
      <p:pic>
        <p:nvPicPr>
          <p:cNvPr id="25" name="Image 6" descr="preencoded.png">
            <a:extLst>
              <a:ext uri="{FF2B5EF4-FFF2-40B4-BE49-F238E27FC236}">
                <a16:creationId xmlns:a16="http://schemas.microsoft.com/office/drawing/2014/main" id="{F83A4CF6-0939-CE87-7B43-6F37D5E8E12F}"/>
              </a:ext>
            </a:extLst>
          </p:cNvPr>
          <p:cNvPicPr>
            <a:picLocks noChangeAspect="1"/>
          </p:cNvPicPr>
          <p:nvPr/>
        </p:nvPicPr>
        <p:blipFill>
          <a:blip r:embed="rId8"/>
          <a:stretch>
            <a:fillRect/>
          </a:stretch>
        </p:blipFill>
        <p:spPr>
          <a:xfrm>
            <a:off x="6599379" y="3521555"/>
            <a:ext cx="680442" cy="680442"/>
          </a:xfrm>
          <a:prstGeom prst="rect">
            <a:avLst/>
          </a:prstGeom>
        </p:spPr>
      </p:pic>
      <p:pic>
        <p:nvPicPr>
          <p:cNvPr id="26" name="Image 7" descr="preencoded.png">
            <a:extLst>
              <a:ext uri="{FF2B5EF4-FFF2-40B4-BE49-F238E27FC236}">
                <a16:creationId xmlns:a16="http://schemas.microsoft.com/office/drawing/2014/main" id="{5FCCA50C-9D98-ED26-A5C2-99DD5C01D6DB}"/>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7677771" y="5239747"/>
            <a:ext cx="306110" cy="306110"/>
          </a:xfrm>
          <a:prstGeom prst="rect">
            <a:avLst/>
          </a:prstGeom>
        </p:spPr>
      </p:pic>
      <p:sp>
        <p:nvSpPr>
          <p:cNvPr id="27" name="Text 11">
            <a:extLst>
              <a:ext uri="{FF2B5EF4-FFF2-40B4-BE49-F238E27FC236}">
                <a16:creationId xmlns:a16="http://schemas.microsoft.com/office/drawing/2014/main" id="{94738C06-8F5F-1F8D-2319-E341AA0CF13F}"/>
              </a:ext>
            </a:extLst>
          </p:cNvPr>
          <p:cNvSpPr/>
          <p:nvPr/>
        </p:nvSpPr>
        <p:spPr>
          <a:xfrm>
            <a:off x="6647934" y="4394999"/>
            <a:ext cx="2835235" cy="354330"/>
          </a:xfrm>
          <a:prstGeom prst="rect">
            <a:avLst/>
          </a:prstGeom>
          <a:noFill/>
          <a:ln/>
        </p:spPr>
        <p:txBody>
          <a:bodyPr wrap="none" lIns="0" tIns="0" rIns="0" bIns="0" rtlCol="0" anchor="t"/>
          <a:lstStyle/>
          <a:p>
            <a:pPr>
              <a:lnSpc>
                <a:spcPts val="2750"/>
              </a:lnSpc>
            </a:pPr>
            <a:r>
              <a:rPr lang="en-US" sz="2800" dirty="0" err="1">
                <a:solidFill>
                  <a:srgbClr val="15213F"/>
                </a:solidFill>
                <a:latin typeface="Times New Roman" panose="02020603050405020304" pitchFamily="18" charset="0"/>
                <a:ea typeface="Roboto Slab" pitchFamily="34" charset="-122"/>
                <a:cs typeface="Times New Roman" panose="02020603050405020304" pitchFamily="18" charset="0"/>
              </a:rPr>
              <a:t>Kết</a:t>
            </a:r>
            <a:r>
              <a:rPr lang="en-US" sz="2800" dirty="0">
                <a:solidFill>
                  <a:srgbClr val="15213F"/>
                </a:solidFill>
                <a:latin typeface="Times New Roman" panose="02020603050405020304" pitchFamily="18" charset="0"/>
                <a:ea typeface="Roboto Slab" pitchFamily="34" charset="-122"/>
                <a:cs typeface="Times New Roman" panose="02020603050405020304" pitchFamily="18" charset="0"/>
              </a:rPr>
              <a:t> </a:t>
            </a:r>
            <a:r>
              <a:rPr lang="en-US" sz="2800" dirty="0" err="1">
                <a:solidFill>
                  <a:srgbClr val="15213F"/>
                </a:solidFill>
                <a:latin typeface="Times New Roman" panose="02020603050405020304" pitchFamily="18" charset="0"/>
                <a:ea typeface="Roboto Slab" pitchFamily="34" charset="-122"/>
                <a:cs typeface="Times New Roman" panose="02020603050405020304" pitchFamily="18" charset="0"/>
              </a:rPr>
              <a:t>Nối</a:t>
            </a:r>
            <a:r>
              <a:rPr lang="en-US" sz="2800" dirty="0">
                <a:solidFill>
                  <a:srgbClr val="15213F"/>
                </a:solidFill>
                <a:latin typeface="Times New Roman" panose="02020603050405020304" pitchFamily="18" charset="0"/>
                <a:ea typeface="Roboto Slab" pitchFamily="34" charset="-122"/>
                <a:cs typeface="Times New Roman" panose="02020603050405020304" pitchFamily="18" charset="0"/>
              </a:rPr>
              <a:t> </a:t>
            </a:r>
            <a:r>
              <a:rPr lang="en-US" sz="2800" dirty="0"/>
              <a:t>ADO.NET</a:t>
            </a:r>
            <a:endParaRPr lang="en-US" sz="2800" dirty="0">
              <a:latin typeface="Times New Roman" panose="02020603050405020304" pitchFamily="18" charset="0"/>
              <a:cs typeface="Times New Roman" panose="02020603050405020304" pitchFamily="18" charset="0"/>
            </a:endParaRPr>
          </a:p>
        </p:txBody>
      </p:sp>
      <p:sp>
        <p:nvSpPr>
          <p:cNvPr id="28" name="Text 12">
            <a:extLst>
              <a:ext uri="{FF2B5EF4-FFF2-40B4-BE49-F238E27FC236}">
                <a16:creationId xmlns:a16="http://schemas.microsoft.com/office/drawing/2014/main" id="{5097601A-5814-F16E-7DF2-871F155330BB}"/>
              </a:ext>
            </a:extLst>
          </p:cNvPr>
          <p:cNvSpPr/>
          <p:nvPr/>
        </p:nvSpPr>
        <p:spPr>
          <a:xfrm>
            <a:off x="6237565" y="4876844"/>
            <a:ext cx="5954435" cy="725805"/>
          </a:xfrm>
          <a:prstGeom prst="rect">
            <a:avLst/>
          </a:prstGeom>
          <a:noFill/>
          <a:ln/>
        </p:spPr>
        <p:txBody>
          <a:bodyPr wrap="square" lIns="0" tIns="0" rIns="0" bIns="0" rtlCol="0" anchor="t"/>
          <a:lstStyle/>
          <a:p>
            <a:pPr marL="285750" indent="-285750">
              <a:lnSpc>
                <a:spcPts val="2850"/>
              </a:lnSpc>
              <a:buFont typeface="Arial" panose="020B0604020202020204" pitchFamily="34" charset="0"/>
              <a:buChar char="•"/>
            </a:pPr>
            <a:r>
              <a:rPr lang="en-US" dirty="0" err="1"/>
              <a:t>Kết</a:t>
            </a:r>
            <a:r>
              <a:rPr lang="en-US" dirty="0"/>
              <a:t> </a:t>
            </a:r>
            <a:r>
              <a:rPr lang="en-US" dirty="0" err="1"/>
              <a:t>nối</a:t>
            </a:r>
            <a:r>
              <a:rPr lang="en-US" dirty="0"/>
              <a:t> </a:t>
            </a:r>
            <a:r>
              <a:rPr lang="en-US" dirty="0" err="1"/>
              <a:t>trực</a:t>
            </a:r>
            <a:r>
              <a:rPr lang="en-US" dirty="0"/>
              <a:t> </a:t>
            </a:r>
            <a:r>
              <a:rPr lang="en-US" dirty="0" err="1"/>
              <a:t>tiếp</a:t>
            </a:r>
            <a:r>
              <a:rPr lang="en-US" dirty="0"/>
              <a:t> </a:t>
            </a:r>
            <a:r>
              <a:rPr lang="en-US" dirty="0" err="1"/>
              <a:t>giữa</a:t>
            </a:r>
            <a:r>
              <a:rPr lang="en-US" dirty="0"/>
              <a:t> WinForms </a:t>
            </a:r>
            <a:r>
              <a:rPr lang="en-US" dirty="0" err="1"/>
              <a:t>và</a:t>
            </a:r>
            <a:r>
              <a:rPr lang="en-US" dirty="0"/>
              <a:t> SQL Server </a:t>
            </a:r>
          </a:p>
          <a:p>
            <a:pPr marL="285750" indent="-285750">
              <a:lnSpc>
                <a:spcPts val="2850"/>
              </a:lnSpc>
              <a:buFont typeface="Arial" panose="020B0604020202020204" pitchFamily="34" charset="0"/>
              <a:buChar char="•"/>
            </a:pPr>
            <a:r>
              <a:rPr lang="en-US" dirty="0" err="1"/>
              <a:t>Dễ</a:t>
            </a:r>
            <a:r>
              <a:rPr lang="en-US" dirty="0"/>
              <a:t> </a:t>
            </a:r>
            <a:r>
              <a:rPr lang="en-US" dirty="0" err="1"/>
              <a:t>thao</a:t>
            </a:r>
            <a:r>
              <a:rPr lang="en-US" dirty="0"/>
              <a:t> </a:t>
            </a:r>
            <a:r>
              <a:rPr lang="en-US" dirty="0" err="1"/>
              <a:t>tác</a:t>
            </a:r>
            <a:r>
              <a:rPr lang="en-US" dirty="0"/>
              <a:t> CRUD </a:t>
            </a:r>
            <a:r>
              <a:rPr lang="en-US" dirty="0" err="1"/>
              <a:t>dữ</a:t>
            </a:r>
            <a:r>
              <a:rPr lang="en-US" dirty="0"/>
              <a:t> </a:t>
            </a:r>
            <a:r>
              <a:rPr lang="en-US" dirty="0" err="1"/>
              <a:t>liệu</a:t>
            </a:r>
            <a:endParaRPr lang="en-US" dirty="0">
              <a:latin typeface="Times New Roman" panose="02020603050405020304" pitchFamily="18" charset="0"/>
              <a:cs typeface="Times New Roman" panose="02020603050405020304" pitchFamily="18" charset="0"/>
            </a:endParaRPr>
          </a:p>
        </p:txBody>
      </p:sp>
      <p:sp>
        <p:nvSpPr>
          <p:cNvPr id="29" name="Rectangle 28">
            <a:extLst>
              <a:ext uri="{FF2B5EF4-FFF2-40B4-BE49-F238E27FC236}">
                <a16:creationId xmlns:a16="http://schemas.microsoft.com/office/drawing/2014/main" id="{31765FF4-AD3D-0C79-0627-46E8CE88D586}"/>
              </a:ext>
            </a:extLst>
          </p:cNvPr>
          <p:cNvSpPr/>
          <p:nvPr/>
        </p:nvSpPr>
        <p:spPr>
          <a:xfrm>
            <a:off x="12392145" y="7666525"/>
            <a:ext cx="1983346" cy="51515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5565980"/>
      </p:ext>
    </p:extLst>
  </p:cSld>
  <p:clrMapOvr>
    <a:masterClrMapping/>
  </p:clrMapOvr>
  <p:transition spd="slow">
    <p:cove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71B2716E-84D6-28AC-E67D-4A176FD8C8A8}"/>
              </a:ext>
            </a:extLst>
          </p:cNvPr>
          <p:cNvSpPr>
            <a:spLocks noGrp="1"/>
          </p:cNvSpPr>
          <p:nvPr>
            <p:ph type="body" idx="1"/>
          </p:nvPr>
        </p:nvSpPr>
        <p:spPr/>
        <p:txBody>
          <a:bodyPr/>
          <a:lstStyle/>
          <a:p>
            <a:endParaRPr lang="en-US"/>
          </a:p>
        </p:txBody>
      </p:sp>
      <p:sp>
        <p:nvSpPr>
          <p:cNvPr id="4" name="object 2">
            <a:extLst>
              <a:ext uri="{FF2B5EF4-FFF2-40B4-BE49-F238E27FC236}">
                <a16:creationId xmlns:a16="http://schemas.microsoft.com/office/drawing/2014/main" id="{E1E31C97-78F6-E456-5815-44FA6453C584}"/>
              </a:ext>
            </a:extLst>
          </p:cNvPr>
          <p:cNvSpPr/>
          <p:nvPr/>
        </p:nvSpPr>
        <p:spPr>
          <a:xfrm>
            <a:off x="0" y="1458097"/>
            <a:ext cx="12192000" cy="5399903"/>
          </a:xfrm>
          <a:custGeom>
            <a:avLst/>
            <a:gdLst/>
            <a:ahLst/>
            <a:cxnLst/>
            <a:rect l="l" t="t" r="r" b="b"/>
            <a:pathLst>
              <a:path w="10692130" h="5418455">
                <a:moveTo>
                  <a:pt x="0" y="5417997"/>
                </a:moveTo>
                <a:lnTo>
                  <a:pt x="10692003" y="5417997"/>
                </a:lnTo>
                <a:lnTo>
                  <a:pt x="10692003" y="0"/>
                </a:lnTo>
                <a:lnTo>
                  <a:pt x="0" y="0"/>
                </a:lnTo>
                <a:lnTo>
                  <a:pt x="0" y="5417997"/>
                </a:lnTo>
                <a:close/>
              </a:path>
            </a:pathLst>
          </a:custGeom>
          <a:solidFill>
            <a:srgbClr val="9E0A0F"/>
          </a:solidFill>
        </p:spPr>
        <p:txBody>
          <a:bodyPr wrap="square" lIns="0" tIns="0" rIns="0" bIns="0" rtlCol="0"/>
          <a:lstStyle/>
          <a:p>
            <a:pPr defTabSz="773948"/>
            <a:endParaRPr lang="en-US" sz="1524" dirty="0">
              <a:solidFill>
                <a:prstClr val="black"/>
              </a:solidFill>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E3E9554C-6C65-39A8-4B59-F113E4A209D4}"/>
              </a:ext>
            </a:extLst>
          </p:cNvPr>
          <p:cNvSpPr txBox="1"/>
          <p:nvPr/>
        </p:nvSpPr>
        <p:spPr>
          <a:xfrm>
            <a:off x="321275" y="709297"/>
            <a:ext cx="12191998" cy="584775"/>
          </a:xfrm>
          <a:prstGeom prst="rect">
            <a:avLst/>
          </a:prstGeom>
          <a:noFill/>
        </p:spPr>
        <p:txBody>
          <a:bodyPr wrap="square">
            <a:spAutoFit/>
          </a:bodyPr>
          <a:lstStyle/>
          <a:p>
            <a:pPr algn="just"/>
            <a:r>
              <a:rPr lang="vi-VN" sz="3200" b="1">
                <a:solidFill>
                  <a:srgbClr val="8E0000"/>
                </a:solidFill>
                <a:latin typeface="Times New Roman" panose="02020603050405020304" pitchFamily="18" charset="0"/>
                <a:cs typeface="Times New Roman" panose="02020603050405020304" pitchFamily="18" charset="0"/>
              </a:rPr>
              <a:t>02</a:t>
            </a:r>
            <a:endParaRPr lang="en-US" sz="3200" b="1" dirty="0">
              <a:solidFill>
                <a:srgbClr val="8E0000"/>
              </a:solidFill>
              <a:latin typeface="Times New Roman" panose="02020603050405020304" pitchFamily="18" charset="0"/>
              <a:cs typeface="Times New Roman" panose="02020603050405020304" pitchFamily="18" charset="0"/>
            </a:endParaRPr>
          </a:p>
        </p:txBody>
      </p:sp>
      <p:sp>
        <p:nvSpPr>
          <p:cNvPr id="6" name="Title 3">
            <a:extLst>
              <a:ext uri="{FF2B5EF4-FFF2-40B4-BE49-F238E27FC236}">
                <a16:creationId xmlns:a16="http://schemas.microsoft.com/office/drawing/2014/main" id="{6460221D-2141-3437-27A0-BE10990D990C}"/>
              </a:ext>
            </a:extLst>
          </p:cNvPr>
          <p:cNvSpPr txBox="1">
            <a:spLocks/>
          </p:cNvSpPr>
          <p:nvPr/>
        </p:nvSpPr>
        <p:spPr>
          <a:xfrm>
            <a:off x="930696" y="2163869"/>
            <a:ext cx="10973156" cy="2215991"/>
          </a:xfrm>
          <a:prstGeom prst="rect">
            <a:avLst/>
          </a:prstGeom>
        </p:spPr>
        <p:txBody>
          <a:bodyPr wrap="square" lIns="0" tIns="0" rIns="0" bIns="0">
            <a:spAutoFit/>
          </a:bodyPr>
          <a:lstStyle>
            <a:lvl1pPr>
              <a:defRPr sz="2370" b="1" i="0">
                <a:solidFill>
                  <a:srgbClr val="9E0A0F"/>
                </a:solidFill>
                <a:latin typeface="Verdana"/>
                <a:ea typeface="+mj-ea"/>
                <a:cs typeface="Verdana"/>
              </a:defRPr>
            </a:lvl1pPr>
          </a:lstStyle>
          <a:p>
            <a:r>
              <a:rPr lang="vi-VN" sz="4800" kern="0" dirty="0">
                <a:solidFill>
                  <a:schemeClr val="bg1"/>
                </a:solidFill>
                <a:latin typeface="Times New Roman" panose="02020603050405020304" pitchFamily="18" charset="0"/>
                <a:cs typeface="Times New Roman" panose="02020603050405020304" pitchFamily="18" charset="0"/>
              </a:rPr>
              <a:t>Phân tích yêu cầu hệ thống</a:t>
            </a:r>
            <a:br>
              <a:rPr lang="vi-VN" sz="4800" kern="0" dirty="0">
                <a:solidFill>
                  <a:schemeClr val="bg1"/>
                </a:solidFill>
                <a:latin typeface="Times New Roman" panose="02020603050405020304" pitchFamily="18" charset="0"/>
                <a:cs typeface="Times New Roman" panose="02020603050405020304" pitchFamily="18" charset="0"/>
              </a:rPr>
            </a:br>
            <a:br>
              <a:rPr lang="vi-VN" sz="4800" kern="0" dirty="0">
                <a:solidFill>
                  <a:schemeClr val="bg1"/>
                </a:solidFill>
                <a:latin typeface="Times New Roman" panose="02020603050405020304" pitchFamily="18" charset="0"/>
                <a:cs typeface="Times New Roman" panose="02020603050405020304" pitchFamily="18" charset="0"/>
              </a:rPr>
            </a:br>
            <a:endParaRPr lang="en-US" sz="4800" kern="0"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00182720"/>
      </p:ext>
    </p:extLst>
  </p:cSld>
  <p:clrMapOvr>
    <a:masterClrMapping/>
  </p:clrMapOvr>
  <p:transition spd="slow">
    <p:cove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0">
            <a:extLst>
              <a:ext uri="{FF2B5EF4-FFF2-40B4-BE49-F238E27FC236}">
                <a16:creationId xmlns:a16="http://schemas.microsoft.com/office/drawing/2014/main" id="{87A1C609-9003-4CBC-393A-A6CEE3A04EDC}"/>
              </a:ext>
            </a:extLst>
          </p:cNvPr>
          <p:cNvSpPr/>
          <p:nvPr/>
        </p:nvSpPr>
        <p:spPr>
          <a:xfrm>
            <a:off x="227638" y="0"/>
            <a:ext cx="6692146" cy="708779"/>
          </a:xfrm>
          <a:prstGeom prst="rect">
            <a:avLst/>
          </a:prstGeom>
          <a:noFill/>
          <a:ln/>
        </p:spPr>
        <p:txBody>
          <a:bodyPr wrap="none" lIns="0" tIns="0" rIns="0" bIns="0" rtlCol="0" anchor="t"/>
          <a:lstStyle/>
          <a:p>
            <a:pPr marL="0" indent="0" algn="l">
              <a:lnSpc>
                <a:spcPts val="5550"/>
              </a:lnSpc>
              <a:buNone/>
            </a:pPr>
            <a:r>
              <a:rPr lang="en-US" b="1" dirty="0">
                <a:solidFill>
                  <a:schemeClr val="bg1"/>
                </a:solidFill>
                <a:latin typeface="Times New Roman" panose="02020603050405020304" pitchFamily="18" charset="0"/>
                <a:ea typeface="Roboto Slab" pitchFamily="34" charset="-122"/>
                <a:cs typeface="Times New Roman" panose="02020603050405020304" pitchFamily="18" charset="0"/>
              </a:rPr>
              <a:t>Các Chức </a:t>
            </a:r>
            <a:r>
              <a:rPr lang="en-US" b="1" dirty="0" err="1">
                <a:solidFill>
                  <a:schemeClr val="bg1"/>
                </a:solidFill>
                <a:latin typeface="Times New Roman" panose="02020603050405020304" pitchFamily="18" charset="0"/>
                <a:ea typeface="Roboto Slab" pitchFamily="34" charset="-122"/>
                <a:cs typeface="Times New Roman" panose="02020603050405020304" pitchFamily="18" charset="0"/>
              </a:rPr>
              <a:t>Năng</a:t>
            </a:r>
            <a:r>
              <a:rPr lang="en-US" b="1" dirty="0">
                <a:solidFill>
                  <a:schemeClr val="bg1"/>
                </a:solidFill>
                <a:latin typeface="Times New Roman" panose="02020603050405020304" pitchFamily="18" charset="0"/>
                <a:ea typeface="Roboto Slab" pitchFamily="34" charset="-122"/>
                <a:cs typeface="Times New Roman" panose="02020603050405020304" pitchFamily="18" charset="0"/>
              </a:rPr>
              <a:t> </a:t>
            </a:r>
            <a:r>
              <a:rPr lang="vi-VN" b="1" dirty="0">
                <a:solidFill>
                  <a:schemeClr val="bg1"/>
                </a:solidFill>
                <a:latin typeface="Times New Roman" panose="02020603050405020304" pitchFamily="18" charset="0"/>
                <a:ea typeface="Roboto Slab" pitchFamily="34" charset="-122"/>
                <a:cs typeface="Times New Roman" panose="02020603050405020304" pitchFamily="18" charset="0"/>
              </a:rPr>
              <a:t>Hệ Thống</a:t>
            </a:r>
            <a:endParaRPr lang="en-US" b="1" dirty="0">
              <a:solidFill>
                <a:schemeClr val="bg1"/>
              </a:solidFill>
              <a:latin typeface="Times New Roman" panose="02020603050405020304" pitchFamily="18" charset="0"/>
              <a:cs typeface="Times New Roman" panose="02020603050405020304" pitchFamily="18" charset="0"/>
            </a:endParaRPr>
          </a:p>
        </p:txBody>
      </p:sp>
      <p:pic>
        <p:nvPicPr>
          <p:cNvPr id="5" name="Image 0" descr="preencoded.png">
            <a:extLst>
              <a:ext uri="{FF2B5EF4-FFF2-40B4-BE49-F238E27FC236}">
                <a16:creationId xmlns:a16="http://schemas.microsoft.com/office/drawing/2014/main" id="{9C6D54A1-EB9D-93FC-6DDD-C3ABED493BFB}"/>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340162" y="1254800"/>
            <a:ext cx="453628" cy="453628"/>
          </a:xfrm>
          <a:prstGeom prst="rect">
            <a:avLst/>
          </a:prstGeom>
        </p:spPr>
      </p:pic>
      <p:sp>
        <p:nvSpPr>
          <p:cNvPr id="6" name="Text 1">
            <a:extLst>
              <a:ext uri="{FF2B5EF4-FFF2-40B4-BE49-F238E27FC236}">
                <a16:creationId xmlns:a16="http://schemas.microsoft.com/office/drawing/2014/main" id="{7D9E5FC3-9DEA-8856-0AD8-8092658D64A5}"/>
              </a:ext>
            </a:extLst>
          </p:cNvPr>
          <p:cNvSpPr/>
          <p:nvPr/>
        </p:nvSpPr>
        <p:spPr>
          <a:xfrm>
            <a:off x="1247418" y="1127284"/>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15213F"/>
                </a:solidFill>
                <a:latin typeface="Times New Roman" panose="02020603050405020304" pitchFamily="18" charset="0"/>
                <a:ea typeface="Roboto Slab" pitchFamily="34" charset="-122"/>
                <a:cs typeface="Times New Roman" panose="02020603050405020304" pitchFamily="18" charset="0"/>
              </a:rPr>
              <a:t>Quản Lý Tài Khoản</a:t>
            </a:r>
            <a:endParaRPr lang="en-US" sz="2200" dirty="0">
              <a:latin typeface="Times New Roman" panose="02020603050405020304" pitchFamily="18" charset="0"/>
              <a:cs typeface="Times New Roman" panose="02020603050405020304" pitchFamily="18" charset="0"/>
            </a:endParaRPr>
          </a:p>
        </p:txBody>
      </p:sp>
      <p:sp>
        <p:nvSpPr>
          <p:cNvPr id="7" name="Text 2">
            <a:extLst>
              <a:ext uri="{FF2B5EF4-FFF2-40B4-BE49-F238E27FC236}">
                <a16:creationId xmlns:a16="http://schemas.microsoft.com/office/drawing/2014/main" id="{6A83296B-7E2E-55CE-661B-E3868DECD4B3}"/>
              </a:ext>
            </a:extLst>
          </p:cNvPr>
          <p:cNvSpPr/>
          <p:nvPr/>
        </p:nvSpPr>
        <p:spPr>
          <a:xfrm>
            <a:off x="1247418" y="1655220"/>
            <a:ext cx="5642491" cy="362903"/>
          </a:xfrm>
          <a:prstGeom prst="rect">
            <a:avLst/>
          </a:prstGeom>
          <a:noFill/>
          <a:ln/>
        </p:spPr>
        <p:txBody>
          <a:bodyPr wrap="none" lIns="0" tIns="0" rIns="0" bIns="0" rtlCol="0" anchor="t"/>
          <a:lstStyle/>
          <a:p>
            <a:pPr marL="0" indent="0" algn="l">
              <a:lnSpc>
                <a:spcPts val="2850"/>
              </a:lnSpc>
              <a:buNone/>
            </a:pPr>
            <a:r>
              <a:rPr lang="en-US" sz="1750" dirty="0">
                <a:solidFill>
                  <a:srgbClr val="15213F"/>
                </a:solidFill>
                <a:latin typeface="Times New Roman" panose="02020603050405020304" pitchFamily="18" charset="0"/>
                <a:ea typeface="Roboto" pitchFamily="34" charset="-122"/>
                <a:cs typeface="Times New Roman" panose="02020603050405020304" pitchFamily="18" charset="0"/>
              </a:rPr>
              <a:t>Đăng nhập, </a:t>
            </a:r>
            <a:r>
              <a:rPr lang="en-US" sz="1750" dirty="0" err="1">
                <a:solidFill>
                  <a:srgbClr val="15213F"/>
                </a:solidFill>
                <a:latin typeface="Times New Roman" panose="02020603050405020304" pitchFamily="18" charset="0"/>
                <a:ea typeface="Roboto" pitchFamily="34" charset="-122"/>
                <a:cs typeface="Times New Roman" panose="02020603050405020304" pitchFamily="18" charset="0"/>
              </a:rPr>
              <a:t>đăng</a:t>
            </a:r>
            <a:r>
              <a:rPr lang="en-US" sz="1750" dirty="0">
                <a:solidFill>
                  <a:srgbClr val="15213F"/>
                </a:solidFill>
                <a:latin typeface="Times New Roman" panose="02020603050405020304" pitchFamily="18" charset="0"/>
                <a:ea typeface="Roboto" pitchFamily="34" charset="-122"/>
                <a:cs typeface="Times New Roman" panose="02020603050405020304" pitchFamily="18" charset="0"/>
              </a:rPr>
              <a:t> </a:t>
            </a:r>
            <a:r>
              <a:rPr lang="vi-VN" sz="1750" dirty="0">
                <a:solidFill>
                  <a:srgbClr val="15213F"/>
                </a:solidFill>
                <a:latin typeface="Times New Roman" panose="02020603050405020304" pitchFamily="18" charset="0"/>
                <a:ea typeface="Roboto" pitchFamily="34" charset="-122"/>
                <a:cs typeface="Times New Roman" panose="02020603050405020304" pitchFamily="18" charset="0"/>
              </a:rPr>
              <a:t>ký,</a:t>
            </a:r>
            <a:r>
              <a:rPr lang="en-US" sz="1750" dirty="0">
                <a:solidFill>
                  <a:srgbClr val="15213F"/>
                </a:solidFill>
                <a:latin typeface="Times New Roman" panose="02020603050405020304" pitchFamily="18" charset="0"/>
                <a:ea typeface="Roboto" pitchFamily="34" charset="-122"/>
                <a:cs typeface="Times New Roman" panose="02020603050405020304" pitchFamily="18" charset="0"/>
              </a:rPr>
              <a:t> </a:t>
            </a:r>
            <a:r>
              <a:rPr lang="en-US" sz="1750" dirty="0" err="1">
                <a:solidFill>
                  <a:srgbClr val="15213F"/>
                </a:solidFill>
                <a:latin typeface="Times New Roman" panose="02020603050405020304" pitchFamily="18" charset="0"/>
                <a:ea typeface="Roboto" pitchFamily="34" charset="-122"/>
                <a:cs typeface="Times New Roman" panose="02020603050405020304" pitchFamily="18" charset="0"/>
              </a:rPr>
              <a:t>đổi</a:t>
            </a:r>
            <a:r>
              <a:rPr lang="vi-VN" sz="1750" dirty="0">
                <a:solidFill>
                  <a:srgbClr val="15213F"/>
                </a:solidFill>
                <a:latin typeface="Times New Roman" panose="02020603050405020304" pitchFamily="18" charset="0"/>
                <a:ea typeface="Roboto" pitchFamily="34" charset="-122"/>
                <a:cs typeface="Times New Roman" panose="02020603050405020304" pitchFamily="18" charset="0"/>
              </a:rPr>
              <a:t> mật khẩu</a:t>
            </a:r>
            <a:r>
              <a:rPr lang="en-US" sz="1750" dirty="0">
                <a:solidFill>
                  <a:srgbClr val="15213F"/>
                </a:solidFill>
                <a:latin typeface="Times New Roman" panose="02020603050405020304" pitchFamily="18" charset="0"/>
                <a:ea typeface="Roboto" pitchFamily="34" charset="-122"/>
                <a:cs typeface="Times New Roman" panose="02020603050405020304" pitchFamily="18" charset="0"/>
              </a:rPr>
              <a:t> tài </a:t>
            </a:r>
            <a:r>
              <a:rPr lang="en-US" sz="1750" dirty="0" err="1">
                <a:solidFill>
                  <a:srgbClr val="15213F"/>
                </a:solidFill>
                <a:latin typeface="Times New Roman" panose="02020603050405020304" pitchFamily="18" charset="0"/>
                <a:ea typeface="Roboto" pitchFamily="34" charset="-122"/>
                <a:cs typeface="Times New Roman" panose="02020603050405020304" pitchFamily="18" charset="0"/>
              </a:rPr>
              <a:t>khoản</a:t>
            </a:r>
            <a:r>
              <a:rPr lang="en-US" sz="1750" dirty="0">
                <a:solidFill>
                  <a:srgbClr val="15213F"/>
                </a:solidFill>
                <a:latin typeface="Times New Roman" panose="02020603050405020304" pitchFamily="18" charset="0"/>
                <a:ea typeface="Roboto" pitchFamily="34" charset="-122"/>
                <a:cs typeface="Times New Roman" panose="02020603050405020304" pitchFamily="18" charset="0"/>
              </a:rPr>
              <a:t> </a:t>
            </a:r>
            <a:endParaRPr lang="vi-VN" sz="1750" dirty="0">
              <a:solidFill>
                <a:srgbClr val="15213F"/>
              </a:solidFill>
              <a:latin typeface="Times New Roman" panose="02020603050405020304" pitchFamily="18" charset="0"/>
              <a:ea typeface="Roboto" pitchFamily="34" charset="-122"/>
              <a:cs typeface="Times New Roman" panose="02020603050405020304" pitchFamily="18" charset="0"/>
            </a:endParaRPr>
          </a:p>
          <a:p>
            <a:pPr marL="0" indent="0" algn="l">
              <a:lnSpc>
                <a:spcPts val="2850"/>
              </a:lnSpc>
              <a:buNone/>
            </a:pPr>
            <a:r>
              <a:rPr lang="en-US" sz="1750" dirty="0" err="1">
                <a:solidFill>
                  <a:srgbClr val="15213F"/>
                </a:solidFill>
                <a:latin typeface="Times New Roman" panose="02020603050405020304" pitchFamily="18" charset="0"/>
                <a:ea typeface="Roboto" pitchFamily="34" charset="-122"/>
                <a:cs typeface="Times New Roman" panose="02020603050405020304" pitchFamily="18" charset="0"/>
              </a:rPr>
              <a:t>người</a:t>
            </a:r>
            <a:r>
              <a:rPr lang="en-US" sz="1750" dirty="0">
                <a:solidFill>
                  <a:srgbClr val="15213F"/>
                </a:solidFill>
                <a:latin typeface="Times New Roman" panose="02020603050405020304" pitchFamily="18" charset="0"/>
                <a:ea typeface="Roboto" pitchFamily="34" charset="-122"/>
                <a:cs typeface="Times New Roman" panose="02020603050405020304" pitchFamily="18" charset="0"/>
              </a:rPr>
              <a:t> dùng</a:t>
            </a:r>
            <a:endParaRPr lang="en-US" sz="1750" dirty="0">
              <a:latin typeface="Times New Roman" panose="02020603050405020304" pitchFamily="18" charset="0"/>
              <a:cs typeface="Times New Roman" panose="02020603050405020304" pitchFamily="18" charset="0"/>
            </a:endParaRPr>
          </a:p>
        </p:txBody>
      </p:sp>
      <p:pic>
        <p:nvPicPr>
          <p:cNvPr id="8" name="Image 1" descr="preencoded.png">
            <a:extLst>
              <a:ext uri="{FF2B5EF4-FFF2-40B4-BE49-F238E27FC236}">
                <a16:creationId xmlns:a16="http://schemas.microsoft.com/office/drawing/2014/main" id="{14B96646-97FC-11DF-07C9-AAB210C5BB4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356053" y="1296933"/>
            <a:ext cx="453628" cy="453628"/>
          </a:xfrm>
          <a:prstGeom prst="rect">
            <a:avLst/>
          </a:prstGeom>
        </p:spPr>
      </p:pic>
      <p:sp>
        <p:nvSpPr>
          <p:cNvPr id="9" name="Text 3">
            <a:extLst>
              <a:ext uri="{FF2B5EF4-FFF2-40B4-BE49-F238E27FC236}">
                <a16:creationId xmlns:a16="http://schemas.microsoft.com/office/drawing/2014/main" id="{64422DD0-BD1F-E331-6A13-69F7C44E7669}"/>
              </a:ext>
            </a:extLst>
          </p:cNvPr>
          <p:cNvSpPr/>
          <p:nvPr/>
        </p:nvSpPr>
        <p:spPr>
          <a:xfrm>
            <a:off x="7683698" y="1127284"/>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15213F"/>
                </a:solidFill>
                <a:latin typeface="Times New Roman" panose="02020603050405020304" pitchFamily="18" charset="0"/>
                <a:ea typeface="Roboto Slab" pitchFamily="34" charset="-122"/>
                <a:cs typeface="Times New Roman" panose="02020603050405020304" pitchFamily="18" charset="0"/>
              </a:rPr>
              <a:t>Chi Tiêu &amp; Thu </a:t>
            </a:r>
            <a:r>
              <a:rPr lang="vi-VN" sz="2200" dirty="0">
                <a:solidFill>
                  <a:srgbClr val="15213F"/>
                </a:solidFill>
                <a:latin typeface="Times New Roman" panose="02020603050405020304" pitchFamily="18" charset="0"/>
                <a:ea typeface="Roboto Slab" pitchFamily="34" charset="-122"/>
                <a:cs typeface="Times New Roman" panose="02020603050405020304" pitchFamily="18" charset="0"/>
              </a:rPr>
              <a:t>Nhập</a:t>
            </a:r>
            <a:endParaRPr lang="en-US" sz="2200" dirty="0">
              <a:latin typeface="Times New Roman" panose="02020603050405020304" pitchFamily="18" charset="0"/>
              <a:cs typeface="Times New Roman" panose="02020603050405020304" pitchFamily="18" charset="0"/>
            </a:endParaRPr>
          </a:p>
        </p:txBody>
      </p:sp>
      <p:sp>
        <p:nvSpPr>
          <p:cNvPr id="10" name="Text 4">
            <a:extLst>
              <a:ext uri="{FF2B5EF4-FFF2-40B4-BE49-F238E27FC236}">
                <a16:creationId xmlns:a16="http://schemas.microsoft.com/office/drawing/2014/main" id="{6F6643D0-E9CE-9149-5743-40CCC214A66D}"/>
              </a:ext>
            </a:extLst>
          </p:cNvPr>
          <p:cNvSpPr/>
          <p:nvPr/>
        </p:nvSpPr>
        <p:spPr>
          <a:xfrm>
            <a:off x="7576162" y="1703759"/>
            <a:ext cx="5642610" cy="362903"/>
          </a:xfrm>
          <a:prstGeom prst="rect">
            <a:avLst/>
          </a:prstGeom>
          <a:noFill/>
          <a:ln/>
        </p:spPr>
        <p:txBody>
          <a:bodyPr wrap="none" lIns="0" tIns="0" rIns="0" bIns="0" rtlCol="0" anchor="t"/>
          <a:lstStyle/>
          <a:p>
            <a:pPr marL="0" indent="0" algn="l">
              <a:lnSpc>
                <a:spcPts val="2850"/>
              </a:lnSpc>
              <a:buNone/>
            </a:pPr>
            <a:r>
              <a:rPr lang="en-US" sz="1750" dirty="0">
                <a:solidFill>
                  <a:srgbClr val="15213F"/>
                </a:solidFill>
                <a:latin typeface="Times New Roman" panose="02020603050405020304" pitchFamily="18" charset="0"/>
                <a:ea typeface="Roboto" pitchFamily="34" charset="-122"/>
                <a:cs typeface="Times New Roman" panose="02020603050405020304" pitchFamily="18" charset="0"/>
              </a:rPr>
              <a:t>Thêm, sửa, xóa các khoản chi tiêu và thu nhập</a:t>
            </a:r>
            <a:endParaRPr lang="en-US" sz="1750" dirty="0">
              <a:latin typeface="Times New Roman" panose="02020603050405020304" pitchFamily="18" charset="0"/>
              <a:cs typeface="Times New Roman" panose="02020603050405020304" pitchFamily="18" charset="0"/>
            </a:endParaRPr>
          </a:p>
        </p:txBody>
      </p:sp>
      <p:pic>
        <p:nvPicPr>
          <p:cNvPr id="11" name="Image 2" descr="preencoded.png">
            <a:extLst>
              <a:ext uri="{FF2B5EF4-FFF2-40B4-BE49-F238E27FC236}">
                <a16:creationId xmlns:a16="http://schemas.microsoft.com/office/drawing/2014/main" id="{D917B150-B928-AB99-B692-2E661EEBF72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72514" y="3967168"/>
            <a:ext cx="453628" cy="453628"/>
          </a:xfrm>
          <a:prstGeom prst="rect">
            <a:avLst/>
          </a:prstGeom>
        </p:spPr>
      </p:pic>
      <p:sp>
        <p:nvSpPr>
          <p:cNvPr id="12" name="Text 5">
            <a:extLst>
              <a:ext uri="{FF2B5EF4-FFF2-40B4-BE49-F238E27FC236}">
                <a16:creationId xmlns:a16="http://schemas.microsoft.com/office/drawing/2014/main" id="{C7A07E2D-F6B4-8AB4-F270-45E8C1795208}"/>
              </a:ext>
            </a:extLst>
          </p:cNvPr>
          <p:cNvSpPr/>
          <p:nvPr/>
        </p:nvSpPr>
        <p:spPr>
          <a:xfrm>
            <a:off x="1341435" y="3613095"/>
            <a:ext cx="2835235" cy="354330"/>
          </a:xfrm>
          <a:prstGeom prst="rect">
            <a:avLst/>
          </a:prstGeom>
          <a:noFill/>
          <a:ln/>
        </p:spPr>
        <p:txBody>
          <a:bodyPr wrap="none" lIns="0" tIns="0" rIns="0" bIns="0" rtlCol="0" anchor="t"/>
          <a:lstStyle/>
          <a:p>
            <a:pPr marL="0" indent="0" algn="l">
              <a:lnSpc>
                <a:spcPts val="2750"/>
              </a:lnSpc>
              <a:buNone/>
            </a:pPr>
            <a:r>
              <a:rPr lang="vi-VN" sz="2200" dirty="0">
                <a:latin typeface="Times New Roman" panose="02020603050405020304" pitchFamily="18" charset="0"/>
                <a:cs typeface="Times New Roman" panose="02020603050405020304" pitchFamily="18" charset="0"/>
              </a:rPr>
              <a:t>Ví tiền &amp; Tiết Kiệm</a:t>
            </a:r>
            <a:endParaRPr lang="en-US" sz="2200" dirty="0">
              <a:latin typeface="Times New Roman" panose="02020603050405020304" pitchFamily="18" charset="0"/>
              <a:cs typeface="Times New Roman" panose="02020603050405020304" pitchFamily="18" charset="0"/>
            </a:endParaRPr>
          </a:p>
        </p:txBody>
      </p:sp>
      <p:sp>
        <p:nvSpPr>
          <p:cNvPr id="13" name="Text 6">
            <a:extLst>
              <a:ext uri="{FF2B5EF4-FFF2-40B4-BE49-F238E27FC236}">
                <a16:creationId xmlns:a16="http://schemas.microsoft.com/office/drawing/2014/main" id="{25DCFBD2-B459-05E2-852B-22E4B4F0D395}"/>
              </a:ext>
            </a:extLst>
          </p:cNvPr>
          <p:cNvSpPr/>
          <p:nvPr/>
        </p:nvSpPr>
        <p:spPr>
          <a:xfrm>
            <a:off x="1316277" y="4420796"/>
            <a:ext cx="5642491" cy="362903"/>
          </a:xfrm>
          <a:prstGeom prst="rect">
            <a:avLst/>
          </a:prstGeom>
          <a:noFill/>
          <a:ln/>
        </p:spPr>
        <p:txBody>
          <a:bodyPr wrap="none" lIns="0" tIns="0" rIns="0" bIns="0" rtlCol="0" anchor="t"/>
          <a:lstStyle/>
          <a:p>
            <a:pPr marL="0" indent="0" algn="l">
              <a:lnSpc>
                <a:spcPts val="2850"/>
              </a:lnSpc>
              <a:buNone/>
            </a:pPr>
            <a:r>
              <a:rPr lang="vi-VN" sz="1750" dirty="0">
                <a:solidFill>
                  <a:srgbClr val="15213F"/>
                </a:solidFill>
                <a:latin typeface="Times New Roman" panose="02020603050405020304" pitchFamily="18" charset="0"/>
                <a:ea typeface="Roboto" pitchFamily="34" charset="-122"/>
                <a:cs typeface="Times New Roman" panose="02020603050405020304" pitchFamily="18" charset="0"/>
              </a:rPr>
              <a:t>Thêm, cập nhật và theo dõi số dư</a:t>
            </a:r>
            <a:endParaRPr lang="en-US" sz="1750" dirty="0">
              <a:latin typeface="Times New Roman" panose="02020603050405020304" pitchFamily="18" charset="0"/>
              <a:cs typeface="Times New Roman" panose="02020603050405020304" pitchFamily="18" charset="0"/>
            </a:endParaRPr>
          </a:p>
        </p:txBody>
      </p:sp>
      <p:pic>
        <p:nvPicPr>
          <p:cNvPr id="14" name="Image 3" descr="preencoded.png">
            <a:extLst>
              <a:ext uri="{FF2B5EF4-FFF2-40B4-BE49-F238E27FC236}">
                <a16:creationId xmlns:a16="http://schemas.microsoft.com/office/drawing/2014/main" id="{232AFCEF-9131-DD24-16F7-88AB6D6C6C30}"/>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458251" y="4014564"/>
            <a:ext cx="453628" cy="453628"/>
          </a:xfrm>
          <a:prstGeom prst="rect">
            <a:avLst/>
          </a:prstGeom>
        </p:spPr>
      </p:pic>
      <p:sp>
        <p:nvSpPr>
          <p:cNvPr id="15" name="Text 7">
            <a:extLst>
              <a:ext uri="{FF2B5EF4-FFF2-40B4-BE49-F238E27FC236}">
                <a16:creationId xmlns:a16="http://schemas.microsoft.com/office/drawing/2014/main" id="{CB8C738F-5CFF-0766-1DE8-F110E5C9F7E0}"/>
              </a:ext>
            </a:extLst>
          </p:cNvPr>
          <p:cNvSpPr/>
          <p:nvPr/>
        </p:nvSpPr>
        <p:spPr>
          <a:xfrm>
            <a:off x="7185582" y="3612838"/>
            <a:ext cx="2964537" cy="354330"/>
          </a:xfrm>
          <a:prstGeom prst="rect">
            <a:avLst/>
          </a:prstGeom>
          <a:noFill/>
          <a:ln/>
        </p:spPr>
        <p:txBody>
          <a:bodyPr wrap="none" lIns="0" tIns="0" rIns="0" bIns="0" rtlCol="0" anchor="t"/>
          <a:lstStyle/>
          <a:p>
            <a:pPr marL="0" indent="0" algn="l">
              <a:lnSpc>
                <a:spcPts val="2750"/>
              </a:lnSpc>
              <a:buNone/>
            </a:pPr>
            <a:r>
              <a:rPr lang="vi-VN" sz="2200" dirty="0">
                <a:solidFill>
                  <a:srgbClr val="15213F"/>
                </a:solidFill>
                <a:latin typeface="Times New Roman" panose="02020603050405020304" pitchFamily="18" charset="0"/>
                <a:ea typeface="Roboto Slab" pitchFamily="34" charset="-122"/>
                <a:cs typeface="Times New Roman" panose="02020603050405020304" pitchFamily="18" charset="0"/>
              </a:rPr>
              <a:t>Khoản Vay &amp; Nhắc Nhở</a:t>
            </a:r>
            <a:endParaRPr lang="en-US" sz="2200" dirty="0">
              <a:latin typeface="Times New Roman" panose="02020603050405020304" pitchFamily="18" charset="0"/>
              <a:cs typeface="Times New Roman" panose="02020603050405020304" pitchFamily="18" charset="0"/>
            </a:endParaRPr>
          </a:p>
        </p:txBody>
      </p:sp>
      <p:sp>
        <p:nvSpPr>
          <p:cNvPr id="16" name="Text 8">
            <a:extLst>
              <a:ext uri="{FF2B5EF4-FFF2-40B4-BE49-F238E27FC236}">
                <a16:creationId xmlns:a16="http://schemas.microsoft.com/office/drawing/2014/main" id="{1DE55EA0-733C-D482-7DE9-B3293B3DFDDC}"/>
              </a:ext>
            </a:extLst>
          </p:cNvPr>
          <p:cNvSpPr/>
          <p:nvPr/>
        </p:nvSpPr>
        <p:spPr>
          <a:xfrm>
            <a:off x="7076252" y="4241378"/>
            <a:ext cx="4843096" cy="453628"/>
          </a:xfrm>
          <a:prstGeom prst="rect">
            <a:avLst/>
          </a:prstGeom>
          <a:noFill/>
          <a:ln/>
        </p:spPr>
        <p:txBody>
          <a:bodyPr wrap="none" lIns="0" tIns="0" rIns="0" bIns="0" rtlCol="0" anchor="t"/>
          <a:lstStyle/>
          <a:p>
            <a:pPr marL="0" indent="0" algn="l">
              <a:lnSpc>
                <a:spcPts val="2850"/>
              </a:lnSpc>
              <a:buNone/>
            </a:pPr>
            <a:r>
              <a:rPr lang="vi-VN" sz="1750" dirty="0">
                <a:solidFill>
                  <a:srgbClr val="15213F"/>
                </a:solidFill>
                <a:latin typeface="Times New Roman" panose="02020603050405020304" pitchFamily="18" charset="0"/>
                <a:ea typeface="Roboto" pitchFamily="34" charset="-122"/>
                <a:cs typeface="Times New Roman" panose="02020603050405020304" pitchFamily="18" charset="0"/>
              </a:rPr>
              <a:t>Nắm rõ các khoản cần trả và thông báo cho người dùng </a:t>
            </a:r>
            <a:endParaRPr lang="en-US" sz="1750" dirty="0">
              <a:latin typeface="Times New Roman" panose="02020603050405020304" pitchFamily="18" charset="0"/>
              <a:cs typeface="Times New Roman" panose="02020603050405020304" pitchFamily="18" charset="0"/>
            </a:endParaRPr>
          </a:p>
        </p:txBody>
      </p:sp>
      <p:sp>
        <p:nvSpPr>
          <p:cNvPr id="17" name="Rectangle 16">
            <a:extLst>
              <a:ext uri="{FF2B5EF4-FFF2-40B4-BE49-F238E27FC236}">
                <a16:creationId xmlns:a16="http://schemas.microsoft.com/office/drawing/2014/main" id="{F4A8717A-8EA7-05AD-9305-5DDE8AAA072E}"/>
              </a:ext>
            </a:extLst>
          </p:cNvPr>
          <p:cNvSpPr/>
          <p:nvPr/>
        </p:nvSpPr>
        <p:spPr>
          <a:xfrm>
            <a:off x="12556902" y="7650050"/>
            <a:ext cx="1983346" cy="51515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91836852"/>
      </p:ext>
    </p:extLst>
  </p:cSld>
  <p:clrMapOvr>
    <a:masterClrMapping/>
  </p:clrMapOvr>
  <p:transition spd="slow">
    <p:cove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0">
            <a:extLst>
              <a:ext uri="{FF2B5EF4-FFF2-40B4-BE49-F238E27FC236}">
                <a16:creationId xmlns:a16="http://schemas.microsoft.com/office/drawing/2014/main" id="{6DB8FF3A-B90A-4293-414D-B4BD323E5D6B}"/>
              </a:ext>
            </a:extLst>
          </p:cNvPr>
          <p:cNvSpPr/>
          <p:nvPr/>
        </p:nvSpPr>
        <p:spPr>
          <a:xfrm>
            <a:off x="227638" y="0"/>
            <a:ext cx="6692146" cy="708779"/>
          </a:xfrm>
          <a:prstGeom prst="rect">
            <a:avLst/>
          </a:prstGeom>
          <a:noFill/>
          <a:ln/>
        </p:spPr>
        <p:txBody>
          <a:bodyPr wrap="none" lIns="0" tIns="0" rIns="0" bIns="0" rtlCol="0" anchor="t"/>
          <a:lstStyle/>
          <a:p>
            <a:pPr marL="0" indent="0" algn="l">
              <a:lnSpc>
                <a:spcPts val="5550"/>
              </a:lnSpc>
              <a:buNone/>
            </a:pPr>
            <a:r>
              <a:rPr lang="en-US" b="1" dirty="0">
                <a:solidFill>
                  <a:schemeClr val="bg1"/>
                </a:solidFill>
                <a:latin typeface="Times New Roman" panose="02020603050405020304" pitchFamily="18" charset="0"/>
                <a:ea typeface="Roboto Slab" pitchFamily="34" charset="-122"/>
                <a:cs typeface="Times New Roman" panose="02020603050405020304" pitchFamily="18" charset="0"/>
              </a:rPr>
              <a:t>Các </a:t>
            </a:r>
            <a:r>
              <a:rPr lang="vi-VN" b="1" dirty="0">
                <a:solidFill>
                  <a:schemeClr val="bg1"/>
                </a:solidFill>
                <a:latin typeface="Times New Roman" panose="02020603050405020304" pitchFamily="18" charset="0"/>
                <a:ea typeface="Roboto Slab" pitchFamily="34" charset="-122"/>
                <a:cs typeface="Times New Roman" panose="02020603050405020304" pitchFamily="18" charset="0"/>
              </a:rPr>
              <a:t>Chức Năng Phi Chức Năng</a:t>
            </a:r>
            <a:endParaRPr lang="en-US" b="1" dirty="0">
              <a:solidFill>
                <a:schemeClr val="bg1"/>
              </a:solidFill>
              <a:latin typeface="Times New Roman" panose="02020603050405020304" pitchFamily="18" charset="0"/>
              <a:cs typeface="Times New Roman" panose="02020603050405020304" pitchFamily="18" charset="0"/>
            </a:endParaRPr>
          </a:p>
        </p:txBody>
      </p:sp>
      <p:sp>
        <p:nvSpPr>
          <p:cNvPr id="6" name="Text 1">
            <a:extLst>
              <a:ext uri="{FF2B5EF4-FFF2-40B4-BE49-F238E27FC236}">
                <a16:creationId xmlns:a16="http://schemas.microsoft.com/office/drawing/2014/main" id="{8775B904-058E-CF1F-3523-8C4FEF487D1D}"/>
              </a:ext>
            </a:extLst>
          </p:cNvPr>
          <p:cNvSpPr/>
          <p:nvPr/>
        </p:nvSpPr>
        <p:spPr>
          <a:xfrm>
            <a:off x="535539" y="1115011"/>
            <a:ext cx="2835235" cy="354330"/>
          </a:xfrm>
          <a:prstGeom prst="rect">
            <a:avLst/>
          </a:prstGeom>
          <a:noFill/>
          <a:ln/>
        </p:spPr>
        <p:txBody>
          <a:bodyPr wrap="none" lIns="0" tIns="0" rIns="0" bIns="0" rtlCol="0" anchor="t"/>
          <a:lstStyle/>
          <a:p>
            <a:pPr marL="0" indent="0" algn="l">
              <a:lnSpc>
                <a:spcPts val="2750"/>
              </a:lnSpc>
              <a:buNone/>
            </a:pPr>
            <a:r>
              <a:rPr lang="vi-VN" sz="2400" b="1" dirty="0">
                <a:solidFill>
                  <a:schemeClr val="accent1"/>
                </a:solidFill>
                <a:latin typeface="Times New Roman" panose="02020603050405020304" pitchFamily="18" charset="0"/>
                <a:cs typeface="Times New Roman" panose="02020603050405020304" pitchFamily="18" charset="0"/>
              </a:rPr>
              <a:t>Đảm bảo tính dễ sử dụng và thẩm mỹ</a:t>
            </a:r>
            <a:endParaRPr lang="en-US" sz="2400" b="1" dirty="0">
              <a:solidFill>
                <a:schemeClr val="accent1"/>
              </a:solidFill>
              <a:latin typeface="Times New Roman" panose="02020603050405020304" pitchFamily="18" charset="0"/>
              <a:cs typeface="Times New Roman" panose="02020603050405020304" pitchFamily="18" charset="0"/>
            </a:endParaRPr>
          </a:p>
        </p:txBody>
      </p:sp>
      <p:sp>
        <p:nvSpPr>
          <p:cNvPr id="7" name="Text 2">
            <a:extLst>
              <a:ext uri="{FF2B5EF4-FFF2-40B4-BE49-F238E27FC236}">
                <a16:creationId xmlns:a16="http://schemas.microsoft.com/office/drawing/2014/main" id="{E8890C3F-9029-84CF-BFED-756E10A97456}"/>
              </a:ext>
            </a:extLst>
          </p:cNvPr>
          <p:cNvSpPr/>
          <p:nvPr/>
        </p:nvSpPr>
        <p:spPr>
          <a:xfrm>
            <a:off x="549469" y="1703758"/>
            <a:ext cx="5642610" cy="1187074"/>
          </a:xfrm>
          <a:prstGeom prst="rect">
            <a:avLst/>
          </a:prstGeom>
          <a:noFill/>
          <a:ln/>
        </p:spPr>
        <p:txBody>
          <a:bodyPr wrap="none" lIns="0" tIns="0" rIns="0" bIns="0" rtlCol="0" anchor="t"/>
          <a:lstStyle/>
          <a:p>
            <a:pPr marL="0" indent="0" algn="l">
              <a:lnSpc>
                <a:spcPts val="2850"/>
              </a:lnSpc>
              <a:buNone/>
            </a:pPr>
            <a:r>
              <a:rPr lang="vi-VN" sz="1750" dirty="0">
                <a:solidFill>
                  <a:srgbClr val="15213F"/>
                </a:solidFill>
                <a:latin typeface="Times New Roman" panose="02020603050405020304" pitchFamily="18" charset="0"/>
                <a:ea typeface="Roboto" pitchFamily="34" charset="-122"/>
                <a:cs typeface="Times New Roman" panose="02020603050405020304" pitchFamily="18" charset="0"/>
              </a:rPr>
              <a:t>Hệ thống được thiết kế trên nền tảng Winform với giao diện </a:t>
            </a:r>
            <a:endParaRPr lang="en-US" sz="1750" dirty="0">
              <a:solidFill>
                <a:srgbClr val="15213F"/>
              </a:solidFill>
              <a:latin typeface="Times New Roman" panose="02020603050405020304" pitchFamily="18" charset="0"/>
              <a:ea typeface="Roboto" pitchFamily="34" charset="-122"/>
              <a:cs typeface="Times New Roman" panose="02020603050405020304" pitchFamily="18" charset="0"/>
            </a:endParaRPr>
          </a:p>
          <a:p>
            <a:pPr marL="0" indent="0" algn="l">
              <a:lnSpc>
                <a:spcPts val="2850"/>
              </a:lnSpc>
              <a:buNone/>
            </a:pPr>
            <a:r>
              <a:rPr lang="vi-VN" sz="1750" dirty="0">
                <a:solidFill>
                  <a:srgbClr val="15213F"/>
                </a:solidFill>
                <a:latin typeface="Times New Roman" panose="02020603050405020304" pitchFamily="18" charset="0"/>
                <a:ea typeface="Roboto" pitchFamily="34" charset="-122"/>
                <a:cs typeface="Times New Roman" panose="02020603050405020304" pitchFamily="18" charset="0"/>
              </a:rPr>
              <a:t>trực </a:t>
            </a:r>
            <a:r>
              <a:rPr lang="en-US" sz="1750" dirty="0">
                <a:solidFill>
                  <a:srgbClr val="15213F"/>
                </a:solidFill>
                <a:latin typeface="Times New Roman" panose="02020603050405020304" pitchFamily="18" charset="0"/>
                <a:ea typeface="Roboto" pitchFamily="34" charset="-122"/>
                <a:cs typeface="Times New Roman" panose="02020603050405020304" pitchFamily="18" charset="0"/>
              </a:rPr>
              <a:t>q</a:t>
            </a:r>
            <a:r>
              <a:rPr lang="vi-VN" sz="1750" dirty="0" err="1">
                <a:solidFill>
                  <a:srgbClr val="15213F"/>
                </a:solidFill>
                <a:latin typeface="Times New Roman" panose="02020603050405020304" pitchFamily="18" charset="0"/>
                <a:ea typeface="Roboto" pitchFamily="34" charset="-122"/>
                <a:cs typeface="Times New Roman" panose="02020603050405020304" pitchFamily="18" charset="0"/>
              </a:rPr>
              <a:t>uan</a:t>
            </a:r>
            <a:r>
              <a:rPr lang="vi-VN" sz="1750" dirty="0">
                <a:solidFill>
                  <a:srgbClr val="15213F"/>
                </a:solidFill>
                <a:latin typeface="Times New Roman" panose="02020603050405020304" pitchFamily="18" charset="0"/>
                <a:ea typeface="Roboto" pitchFamily="34" charset="-122"/>
                <a:cs typeface="Times New Roman" panose="02020603050405020304" pitchFamily="18" charset="0"/>
              </a:rPr>
              <a:t> hiện đại và bố cục rõ ràng, người dùng dễ thao </a:t>
            </a:r>
            <a:endParaRPr lang="en-US" sz="1750" dirty="0">
              <a:solidFill>
                <a:srgbClr val="15213F"/>
              </a:solidFill>
              <a:latin typeface="Times New Roman" panose="02020603050405020304" pitchFamily="18" charset="0"/>
              <a:ea typeface="Roboto" pitchFamily="34" charset="-122"/>
              <a:cs typeface="Times New Roman" panose="02020603050405020304" pitchFamily="18" charset="0"/>
            </a:endParaRPr>
          </a:p>
          <a:p>
            <a:pPr marL="0" indent="0" algn="l">
              <a:lnSpc>
                <a:spcPts val="2850"/>
              </a:lnSpc>
              <a:buNone/>
            </a:pPr>
            <a:r>
              <a:rPr lang="vi-VN" sz="1750" dirty="0">
                <a:solidFill>
                  <a:srgbClr val="15213F"/>
                </a:solidFill>
                <a:latin typeface="Times New Roman" panose="02020603050405020304" pitchFamily="18" charset="0"/>
                <a:ea typeface="Roboto" pitchFamily="34" charset="-122"/>
                <a:cs typeface="Times New Roman" panose="02020603050405020304" pitchFamily="18" charset="0"/>
              </a:rPr>
              <a:t>tác, tiếp cận.</a:t>
            </a:r>
          </a:p>
        </p:txBody>
      </p:sp>
      <p:sp>
        <p:nvSpPr>
          <p:cNvPr id="9" name="Text 3">
            <a:extLst>
              <a:ext uri="{FF2B5EF4-FFF2-40B4-BE49-F238E27FC236}">
                <a16:creationId xmlns:a16="http://schemas.microsoft.com/office/drawing/2014/main" id="{581E5569-D639-146F-C7F0-BC3D0634A5ED}"/>
              </a:ext>
            </a:extLst>
          </p:cNvPr>
          <p:cNvSpPr/>
          <p:nvPr/>
        </p:nvSpPr>
        <p:spPr>
          <a:xfrm>
            <a:off x="6919784" y="1166534"/>
            <a:ext cx="2835235" cy="354330"/>
          </a:xfrm>
          <a:prstGeom prst="rect">
            <a:avLst/>
          </a:prstGeom>
          <a:noFill/>
          <a:ln/>
        </p:spPr>
        <p:txBody>
          <a:bodyPr wrap="none" lIns="0" tIns="0" rIns="0" bIns="0" rtlCol="0" anchor="t"/>
          <a:lstStyle/>
          <a:p>
            <a:pPr marL="0" indent="0" algn="l">
              <a:lnSpc>
                <a:spcPts val="2750"/>
              </a:lnSpc>
              <a:buNone/>
            </a:pPr>
            <a:r>
              <a:rPr lang="vi-VN" sz="2400" b="1" dirty="0">
                <a:solidFill>
                  <a:schemeClr val="accent1"/>
                </a:solidFill>
                <a:latin typeface="Times New Roman" panose="02020603050405020304" pitchFamily="18" charset="0"/>
                <a:ea typeface="Roboto Slab" pitchFamily="34" charset="-122"/>
                <a:cs typeface="Times New Roman" panose="02020603050405020304" pitchFamily="18" charset="0"/>
              </a:rPr>
              <a:t>Tốc độ xử lí và hiệu năng hệ thống</a:t>
            </a:r>
            <a:endParaRPr lang="en-US" sz="2400" b="1" dirty="0">
              <a:solidFill>
                <a:schemeClr val="accent1"/>
              </a:solidFill>
              <a:latin typeface="Times New Roman" panose="02020603050405020304" pitchFamily="18" charset="0"/>
              <a:cs typeface="Times New Roman" panose="02020603050405020304" pitchFamily="18" charset="0"/>
            </a:endParaRPr>
          </a:p>
        </p:txBody>
      </p:sp>
      <p:sp>
        <p:nvSpPr>
          <p:cNvPr id="10" name="Text 4">
            <a:extLst>
              <a:ext uri="{FF2B5EF4-FFF2-40B4-BE49-F238E27FC236}">
                <a16:creationId xmlns:a16="http://schemas.microsoft.com/office/drawing/2014/main" id="{F91709BA-B0DC-8403-ADDA-1ECC506E34DF}"/>
              </a:ext>
            </a:extLst>
          </p:cNvPr>
          <p:cNvSpPr/>
          <p:nvPr/>
        </p:nvSpPr>
        <p:spPr>
          <a:xfrm>
            <a:off x="6914292" y="1703758"/>
            <a:ext cx="5642610" cy="362903"/>
          </a:xfrm>
          <a:prstGeom prst="rect">
            <a:avLst/>
          </a:prstGeom>
          <a:noFill/>
          <a:ln/>
        </p:spPr>
        <p:txBody>
          <a:bodyPr wrap="none" lIns="0" tIns="0" rIns="0" bIns="0" rtlCol="0" anchor="t"/>
          <a:lstStyle/>
          <a:p>
            <a:pPr marL="0" indent="0" algn="l">
              <a:lnSpc>
                <a:spcPts val="2850"/>
              </a:lnSpc>
              <a:buNone/>
            </a:pPr>
            <a:r>
              <a:rPr lang="vi-VN" sz="1750" dirty="0">
                <a:solidFill>
                  <a:srgbClr val="15213F"/>
                </a:solidFill>
                <a:latin typeface="Times New Roman" panose="02020603050405020304" pitchFamily="18" charset="0"/>
                <a:ea typeface="Roboto" pitchFamily="34" charset="-122"/>
                <a:cs typeface="Times New Roman" panose="02020603050405020304" pitchFamily="18" charset="0"/>
              </a:rPr>
              <a:t>Phần mềm cần đảm bảo tốc độ phản hồi nhanh chóng</a:t>
            </a:r>
          </a:p>
          <a:p>
            <a:pPr marL="0" indent="0" algn="l">
              <a:lnSpc>
                <a:spcPts val="2850"/>
              </a:lnSpc>
              <a:buNone/>
            </a:pPr>
            <a:r>
              <a:rPr lang="vi-VN" sz="1750" dirty="0">
                <a:solidFill>
                  <a:srgbClr val="15213F"/>
                </a:solidFill>
                <a:latin typeface="Times New Roman" panose="02020603050405020304" pitchFamily="18" charset="0"/>
                <a:ea typeface="Roboto" pitchFamily="34" charset="-122"/>
                <a:cs typeface="Times New Roman" panose="02020603050405020304" pitchFamily="18" charset="0"/>
              </a:rPr>
              <a:t>khi thực hiện các truy v</a:t>
            </a:r>
            <a:r>
              <a:rPr lang="en-US" sz="1750" dirty="0" err="1">
                <a:solidFill>
                  <a:srgbClr val="15213F"/>
                </a:solidFill>
                <a:latin typeface="Times New Roman" panose="02020603050405020304" pitchFamily="18" charset="0"/>
                <a:ea typeface="Roboto" pitchFamily="34" charset="-122"/>
                <a:cs typeface="Times New Roman" panose="02020603050405020304" pitchFamily="18" charset="0"/>
              </a:rPr>
              <a:t>ấn</a:t>
            </a:r>
            <a:r>
              <a:rPr lang="vi-VN" sz="1750" dirty="0">
                <a:solidFill>
                  <a:srgbClr val="15213F"/>
                </a:solidFill>
                <a:latin typeface="Times New Roman" panose="02020603050405020304" pitchFamily="18" charset="0"/>
                <a:ea typeface="Roboto" pitchFamily="34" charset="-122"/>
                <a:cs typeface="Times New Roman" panose="02020603050405020304" pitchFamily="18" charset="0"/>
              </a:rPr>
              <a:t> dữ liệu từ SQL Server.</a:t>
            </a:r>
          </a:p>
          <a:p>
            <a:pPr marL="0" indent="0" algn="l">
              <a:lnSpc>
                <a:spcPts val="2850"/>
              </a:lnSpc>
              <a:buNone/>
            </a:pPr>
            <a:endParaRPr lang="en-US" sz="1750" dirty="0">
              <a:latin typeface="Times New Roman" panose="02020603050405020304" pitchFamily="18" charset="0"/>
              <a:cs typeface="Times New Roman" panose="02020603050405020304" pitchFamily="18" charset="0"/>
            </a:endParaRPr>
          </a:p>
        </p:txBody>
      </p:sp>
      <p:sp>
        <p:nvSpPr>
          <p:cNvPr id="12" name="Text 5">
            <a:extLst>
              <a:ext uri="{FF2B5EF4-FFF2-40B4-BE49-F238E27FC236}">
                <a16:creationId xmlns:a16="http://schemas.microsoft.com/office/drawing/2014/main" id="{BF832889-448C-1290-20CD-BF846BE3CA75}"/>
              </a:ext>
            </a:extLst>
          </p:cNvPr>
          <p:cNvSpPr/>
          <p:nvPr/>
        </p:nvSpPr>
        <p:spPr>
          <a:xfrm>
            <a:off x="559613" y="3706027"/>
            <a:ext cx="2835235" cy="354330"/>
          </a:xfrm>
          <a:prstGeom prst="rect">
            <a:avLst/>
          </a:prstGeom>
          <a:noFill/>
          <a:ln/>
        </p:spPr>
        <p:txBody>
          <a:bodyPr wrap="none" lIns="0" tIns="0" rIns="0" bIns="0" rtlCol="0" anchor="t"/>
          <a:lstStyle/>
          <a:p>
            <a:pPr marL="0" indent="0" algn="l">
              <a:lnSpc>
                <a:spcPts val="2750"/>
              </a:lnSpc>
              <a:buNone/>
            </a:pPr>
            <a:r>
              <a:rPr lang="vi-VN" sz="2400" b="1" dirty="0">
                <a:solidFill>
                  <a:schemeClr val="accent1"/>
                </a:solidFill>
                <a:latin typeface="Times New Roman" panose="02020603050405020304" pitchFamily="18" charset="0"/>
                <a:cs typeface="Times New Roman" panose="02020603050405020304" pitchFamily="18" charset="0"/>
              </a:rPr>
              <a:t>Độ chính xác và toàn vẹn dữ liệu</a:t>
            </a:r>
            <a:endParaRPr lang="en-US" sz="2400" b="1" dirty="0">
              <a:solidFill>
                <a:schemeClr val="accent1"/>
              </a:solidFill>
              <a:latin typeface="Times New Roman" panose="02020603050405020304" pitchFamily="18" charset="0"/>
              <a:cs typeface="Times New Roman" panose="02020603050405020304" pitchFamily="18" charset="0"/>
            </a:endParaRPr>
          </a:p>
        </p:txBody>
      </p:sp>
      <p:sp>
        <p:nvSpPr>
          <p:cNvPr id="13" name="Text 6">
            <a:extLst>
              <a:ext uri="{FF2B5EF4-FFF2-40B4-BE49-F238E27FC236}">
                <a16:creationId xmlns:a16="http://schemas.microsoft.com/office/drawing/2014/main" id="{C54ACA6F-4430-818B-41EF-92F9054C0011}"/>
              </a:ext>
            </a:extLst>
          </p:cNvPr>
          <p:cNvSpPr/>
          <p:nvPr/>
        </p:nvSpPr>
        <p:spPr>
          <a:xfrm>
            <a:off x="573602" y="4241378"/>
            <a:ext cx="5642491" cy="362903"/>
          </a:xfrm>
          <a:prstGeom prst="rect">
            <a:avLst/>
          </a:prstGeom>
          <a:noFill/>
          <a:ln/>
        </p:spPr>
        <p:txBody>
          <a:bodyPr wrap="none" lIns="0" tIns="0" rIns="0" bIns="0" rtlCol="0" anchor="t"/>
          <a:lstStyle/>
          <a:p>
            <a:pPr marL="0" indent="0" algn="l">
              <a:lnSpc>
                <a:spcPts val="2850"/>
              </a:lnSpc>
              <a:buNone/>
            </a:pPr>
            <a:r>
              <a:rPr lang="vi-VN" sz="1750" dirty="0">
                <a:solidFill>
                  <a:srgbClr val="15213F"/>
                </a:solidFill>
                <a:latin typeface="Times New Roman" panose="02020603050405020304" pitchFamily="18" charset="0"/>
                <a:ea typeface="Roboto" pitchFamily="34" charset="-122"/>
                <a:cs typeface="Times New Roman" panose="02020603050405020304" pitchFamily="18" charset="0"/>
              </a:rPr>
              <a:t>Các ràng buộc được thiết lập chặt chẽ để đảm bảo thông tin </a:t>
            </a:r>
          </a:p>
          <a:p>
            <a:pPr marL="0" indent="0" algn="l">
              <a:lnSpc>
                <a:spcPts val="2850"/>
              </a:lnSpc>
              <a:buNone/>
            </a:pPr>
            <a:r>
              <a:rPr lang="vi-VN" sz="1750" dirty="0">
                <a:solidFill>
                  <a:srgbClr val="15213F"/>
                </a:solidFill>
                <a:latin typeface="Times New Roman" panose="02020603050405020304" pitchFamily="18" charset="0"/>
                <a:ea typeface="Roboto" pitchFamily="34" charset="-122"/>
                <a:cs typeface="Times New Roman" panose="02020603050405020304" pitchFamily="18" charset="0"/>
              </a:rPr>
              <a:t>thống nhất và chính xác các khoản thu chi tiết kiệm vay.</a:t>
            </a:r>
            <a:endParaRPr lang="en-US" sz="1750" dirty="0">
              <a:latin typeface="Times New Roman" panose="02020603050405020304" pitchFamily="18" charset="0"/>
              <a:cs typeface="Times New Roman" panose="02020603050405020304" pitchFamily="18" charset="0"/>
            </a:endParaRPr>
          </a:p>
        </p:txBody>
      </p:sp>
      <p:sp>
        <p:nvSpPr>
          <p:cNvPr id="15" name="Text 7">
            <a:extLst>
              <a:ext uri="{FF2B5EF4-FFF2-40B4-BE49-F238E27FC236}">
                <a16:creationId xmlns:a16="http://schemas.microsoft.com/office/drawing/2014/main" id="{ACA88967-6AC2-D4CA-46A0-D2997835C5B6}"/>
              </a:ext>
            </a:extLst>
          </p:cNvPr>
          <p:cNvSpPr/>
          <p:nvPr/>
        </p:nvSpPr>
        <p:spPr>
          <a:xfrm>
            <a:off x="6919784" y="3704154"/>
            <a:ext cx="2964537" cy="354330"/>
          </a:xfrm>
          <a:prstGeom prst="rect">
            <a:avLst/>
          </a:prstGeom>
          <a:noFill/>
          <a:ln/>
        </p:spPr>
        <p:txBody>
          <a:bodyPr wrap="none" lIns="0" tIns="0" rIns="0" bIns="0" rtlCol="0" anchor="t"/>
          <a:lstStyle/>
          <a:p>
            <a:pPr marL="0" indent="0" algn="l">
              <a:lnSpc>
                <a:spcPts val="2750"/>
              </a:lnSpc>
              <a:buNone/>
            </a:pPr>
            <a:r>
              <a:rPr lang="vi-VN" sz="2400" b="1" dirty="0">
                <a:solidFill>
                  <a:schemeClr val="accent1"/>
                </a:solidFill>
                <a:latin typeface="Times New Roman" panose="02020603050405020304" pitchFamily="18" charset="0"/>
                <a:ea typeface="Roboto Slab" pitchFamily="34" charset="-122"/>
                <a:cs typeface="Times New Roman" panose="02020603050405020304" pitchFamily="18" charset="0"/>
              </a:rPr>
              <a:t>Khả năng mở rộng và bảo trì hệ thống</a:t>
            </a:r>
            <a:endParaRPr lang="en-US" sz="2400" b="1" dirty="0">
              <a:solidFill>
                <a:schemeClr val="accent1"/>
              </a:solidFill>
              <a:latin typeface="Times New Roman" panose="02020603050405020304" pitchFamily="18" charset="0"/>
              <a:cs typeface="Times New Roman" panose="02020603050405020304" pitchFamily="18" charset="0"/>
            </a:endParaRPr>
          </a:p>
        </p:txBody>
      </p:sp>
      <p:sp>
        <p:nvSpPr>
          <p:cNvPr id="16" name="Text 8">
            <a:extLst>
              <a:ext uri="{FF2B5EF4-FFF2-40B4-BE49-F238E27FC236}">
                <a16:creationId xmlns:a16="http://schemas.microsoft.com/office/drawing/2014/main" id="{2A0975E4-EB69-B49E-1363-4F5093D6CCE0}"/>
              </a:ext>
            </a:extLst>
          </p:cNvPr>
          <p:cNvSpPr/>
          <p:nvPr/>
        </p:nvSpPr>
        <p:spPr>
          <a:xfrm>
            <a:off x="6919784" y="4241378"/>
            <a:ext cx="4843096" cy="453628"/>
          </a:xfrm>
          <a:prstGeom prst="rect">
            <a:avLst/>
          </a:prstGeom>
          <a:noFill/>
          <a:ln/>
        </p:spPr>
        <p:txBody>
          <a:bodyPr wrap="none" lIns="0" tIns="0" rIns="0" bIns="0" rtlCol="0" anchor="t"/>
          <a:lstStyle/>
          <a:p>
            <a:pPr marL="0" indent="0" algn="l">
              <a:lnSpc>
                <a:spcPts val="2850"/>
              </a:lnSpc>
              <a:buNone/>
            </a:pPr>
            <a:r>
              <a:rPr lang="vi-VN" sz="1750" dirty="0">
                <a:solidFill>
                  <a:srgbClr val="15213F"/>
                </a:solidFill>
                <a:latin typeface="Times New Roman" panose="02020603050405020304" pitchFamily="18" charset="0"/>
                <a:ea typeface="Roboto" pitchFamily="34" charset="-122"/>
                <a:cs typeface="Times New Roman" panose="02020603050405020304" pitchFamily="18" charset="0"/>
              </a:rPr>
              <a:t>Cấu trúc phân chia chức năng riêng biệt, </a:t>
            </a:r>
            <a:r>
              <a:rPr lang="vi-VN" sz="1750" dirty="0" err="1">
                <a:solidFill>
                  <a:srgbClr val="15213F"/>
                </a:solidFill>
                <a:latin typeface="Times New Roman" panose="02020603050405020304" pitchFamily="18" charset="0"/>
                <a:ea typeface="Roboto" pitchFamily="34" charset="-122"/>
                <a:cs typeface="Times New Roman" panose="02020603050405020304" pitchFamily="18" charset="0"/>
              </a:rPr>
              <a:t>thuậ</a:t>
            </a:r>
            <a:r>
              <a:rPr lang="en-US" sz="1750" dirty="0">
                <a:solidFill>
                  <a:srgbClr val="15213F"/>
                </a:solidFill>
                <a:latin typeface="Times New Roman" panose="02020603050405020304" pitchFamily="18" charset="0"/>
                <a:ea typeface="Roboto" pitchFamily="34" charset="-122"/>
                <a:cs typeface="Times New Roman" panose="02020603050405020304" pitchFamily="18" charset="0"/>
              </a:rPr>
              <a:t>n</a:t>
            </a:r>
            <a:r>
              <a:rPr lang="vi-VN" sz="1750" dirty="0">
                <a:solidFill>
                  <a:srgbClr val="15213F"/>
                </a:solidFill>
                <a:latin typeface="Times New Roman" panose="02020603050405020304" pitchFamily="18" charset="0"/>
                <a:ea typeface="Roboto" pitchFamily="34" charset="-122"/>
                <a:cs typeface="Times New Roman" panose="02020603050405020304" pitchFamily="18" charset="0"/>
              </a:rPr>
              <a:t> lợi </a:t>
            </a:r>
          </a:p>
          <a:p>
            <a:pPr marL="0" indent="0" algn="l">
              <a:lnSpc>
                <a:spcPts val="2850"/>
              </a:lnSpc>
              <a:buNone/>
            </a:pPr>
            <a:r>
              <a:rPr lang="vi-VN" sz="1750" dirty="0">
                <a:solidFill>
                  <a:srgbClr val="15213F"/>
                </a:solidFill>
                <a:latin typeface="Times New Roman" panose="02020603050405020304" pitchFamily="18" charset="0"/>
                <a:ea typeface="Roboto" pitchFamily="34" charset="-122"/>
                <a:cs typeface="Times New Roman" panose="02020603050405020304" pitchFamily="18" charset="0"/>
              </a:rPr>
              <a:t>cho năng cấp phần mền trong tương lai.</a:t>
            </a:r>
            <a:endParaRPr lang="en-US" sz="1750" dirty="0">
              <a:latin typeface="Times New Roman" panose="02020603050405020304" pitchFamily="18" charset="0"/>
              <a:cs typeface="Times New Roman" panose="02020603050405020304" pitchFamily="18" charset="0"/>
            </a:endParaRPr>
          </a:p>
        </p:txBody>
      </p:sp>
      <p:sp>
        <p:nvSpPr>
          <p:cNvPr id="17" name="Rectangle 16">
            <a:extLst>
              <a:ext uri="{FF2B5EF4-FFF2-40B4-BE49-F238E27FC236}">
                <a16:creationId xmlns:a16="http://schemas.microsoft.com/office/drawing/2014/main" id="{5E9DF7E8-AB16-691E-5E8E-7EC4B8200119}"/>
              </a:ext>
            </a:extLst>
          </p:cNvPr>
          <p:cNvSpPr/>
          <p:nvPr/>
        </p:nvSpPr>
        <p:spPr>
          <a:xfrm>
            <a:off x="12556902" y="7650050"/>
            <a:ext cx="1983346" cy="51515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05643417"/>
      </p:ext>
    </p:extLst>
  </p:cSld>
  <p:clrMapOvr>
    <a:masterClrMapping/>
  </p:clrMapOvr>
  <p:transition spd="slow">
    <p:cove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object 2">
            <a:extLst>
              <a:ext uri="{FF2B5EF4-FFF2-40B4-BE49-F238E27FC236}">
                <a16:creationId xmlns:a16="http://schemas.microsoft.com/office/drawing/2014/main" id="{990F355A-F313-4649-A525-21761218718C}"/>
              </a:ext>
            </a:extLst>
          </p:cNvPr>
          <p:cNvSpPr/>
          <p:nvPr/>
        </p:nvSpPr>
        <p:spPr>
          <a:xfrm>
            <a:off x="0" y="1458097"/>
            <a:ext cx="12192000" cy="5399903"/>
          </a:xfrm>
          <a:custGeom>
            <a:avLst/>
            <a:gdLst/>
            <a:ahLst/>
            <a:cxnLst/>
            <a:rect l="l" t="t" r="r" b="b"/>
            <a:pathLst>
              <a:path w="10692130" h="5418455">
                <a:moveTo>
                  <a:pt x="0" y="5417997"/>
                </a:moveTo>
                <a:lnTo>
                  <a:pt x="10692003" y="5417997"/>
                </a:lnTo>
                <a:lnTo>
                  <a:pt x="10692003" y="0"/>
                </a:lnTo>
                <a:lnTo>
                  <a:pt x="0" y="0"/>
                </a:lnTo>
                <a:lnTo>
                  <a:pt x="0" y="5417997"/>
                </a:lnTo>
                <a:close/>
              </a:path>
            </a:pathLst>
          </a:custGeom>
          <a:solidFill>
            <a:srgbClr val="9E0A0F"/>
          </a:solidFill>
        </p:spPr>
        <p:txBody>
          <a:bodyPr wrap="square" lIns="0" tIns="0" rIns="0" bIns="0" rtlCol="0"/>
          <a:lstStyle/>
          <a:p>
            <a:pPr defTabSz="773948"/>
            <a:endParaRPr lang="en-US" sz="1524" dirty="0">
              <a:solidFill>
                <a:prstClr val="black"/>
              </a:solidFill>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CF80923E-0CE4-E7EC-F0D1-0132841211DC}"/>
              </a:ext>
            </a:extLst>
          </p:cNvPr>
          <p:cNvSpPr txBox="1"/>
          <p:nvPr/>
        </p:nvSpPr>
        <p:spPr>
          <a:xfrm>
            <a:off x="321275" y="709297"/>
            <a:ext cx="12191998" cy="584775"/>
          </a:xfrm>
          <a:prstGeom prst="rect">
            <a:avLst/>
          </a:prstGeom>
          <a:noFill/>
        </p:spPr>
        <p:txBody>
          <a:bodyPr wrap="square">
            <a:spAutoFit/>
          </a:bodyPr>
          <a:lstStyle/>
          <a:p>
            <a:pPr algn="just"/>
            <a:r>
              <a:rPr lang="vi-VN" sz="3200" b="1" dirty="0">
                <a:solidFill>
                  <a:srgbClr val="8E0000"/>
                </a:solidFill>
                <a:latin typeface="Times New Roman" panose="02020603050405020304" pitchFamily="18" charset="0"/>
                <a:cs typeface="Times New Roman" panose="02020603050405020304" pitchFamily="18" charset="0"/>
              </a:rPr>
              <a:t>03</a:t>
            </a:r>
            <a:endParaRPr lang="en-US" sz="3200" b="1" dirty="0">
              <a:solidFill>
                <a:srgbClr val="8E0000"/>
              </a:solidFill>
              <a:latin typeface="Times New Roman" panose="02020603050405020304" pitchFamily="18" charset="0"/>
              <a:cs typeface="Times New Roman" panose="02020603050405020304" pitchFamily="18" charset="0"/>
            </a:endParaRPr>
          </a:p>
        </p:txBody>
      </p:sp>
      <p:sp>
        <p:nvSpPr>
          <p:cNvPr id="10" name="Title 3">
            <a:extLst>
              <a:ext uri="{FF2B5EF4-FFF2-40B4-BE49-F238E27FC236}">
                <a16:creationId xmlns:a16="http://schemas.microsoft.com/office/drawing/2014/main" id="{E329ABFE-D299-499A-F17F-EC3B5308DBA2}"/>
              </a:ext>
            </a:extLst>
          </p:cNvPr>
          <p:cNvSpPr txBox="1">
            <a:spLocks/>
          </p:cNvSpPr>
          <p:nvPr/>
        </p:nvSpPr>
        <p:spPr>
          <a:xfrm>
            <a:off x="930696" y="2163869"/>
            <a:ext cx="10973156" cy="2945422"/>
          </a:xfrm>
          <a:prstGeom prst="rect">
            <a:avLst/>
          </a:prstGeom>
        </p:spPr>
        <p:txBody>
          <a:bodyPr wrap="square" lIns="0" tIns="0" rIns="0" bIns="0">
            <a:spAutoFit/>
          </a:bodyPr>
          <a:lstStyle>
            <a:lvl1pPr>
              <a:defRPr sz="2370" b="1" i="0">
                <a:solidFill>
                  <a:srgbClr val="9E0A0F"/>
                </a:solidFill>
                <a:latin typeface="Verdana"/>
                <a:ea typeface="+mj-ea"/>
                <a:cs typeface="Verdana"/>
              </a:defRPr>
            </a:lvl1pPr>
          </a:lstStyle>
          <a:p>
            <a:r>
              <a:rPr lang="vi-VN" sz="4800" dirty="0">
                <a:solidFill>
                  <a:schemeClr val="bg1"/>
                </a:solidFill>
                <a:latin typeface="Times New Roman" panose="02020603050405020304" pitchFamily="18" charset="0"/>
                <a:cs typeface="Times New Roman" panose="02020603050405020304" pitchFamily="18" charset="0"/>
              </a:rPr>
              <a:t>Biểu đồ Use Case tổng quát </a:t>
            </a:r>
            <a:endParaRPr lang="en-US" sz="4800" dirty="0">
              <a:solidFill>
                <a:schemeClr val="bg1"/>
              </a:solidFill>
              <a:latin typeface="Times New Roman" panose="02020603050405020304" pitchFamily="18" charset="0"/>
              <a:cs typeface="Times New Roman" panose="02020603050405020304" pitchFamily="18" charset="0"/>
            </a:endParaRPr>
          </a:p>
          <a:p>
            <a:r>
              <a:rPr lang="vi-VN" sz="4800" dirty="0">
                <a:solidFill>
                  <a:schemeClr val="bg1"/>
                </a:solidFill>
                <a:latin typeface="Times New Roman" panose="02020603050405020304" pitchFamily="18" charset="0"/>
                <a:cs typeface="Times New Roman" panose="02020603050405020304" pitchFamily="18" charset="0"/>
              </a:rPr>
              <a:t>và thiết kế cơ sở dữ liệu</a:t>
            </a:r>
            <a:br>
              <a:rPr lang="vi-VN" sz="4800" dirty="0">
                <a:solidFill>
                  <a:schemeClr val="bg1"/>
                </a:solidFill>
                <a:latin typeface="Times New Roman" panose="02020603050405020304" pitchFamily="18" charset="0"/>
                <a:cs typeface="Times New Roman" panose="02020603050405020304" pitchFamily="18" charset="0"/>
              </a:rPr>
            </a:br>
            <a:br>
              <a:rPr lang="vi-VN" sz="4800" kern="0" dirty="0">
                <a:solidFill>
                  <a:schemeClr val="bg1"/>
                </a:solidFill>
                <a:latin typeface="Times New Roman" panose="02020603050405020304" pitchFamily="18" charset="0"/>
                <a:cs typeface="Times New Roman" panose="02020603050405020304" pitchFamily="18" charset="0"/>
              </a:rPr>
            </a:br>
            <a:br>
              <a:rPr lang="vi-VN" b="0" kern="0" dirty="0">
                <a:solidFill>
                  <a:schemeClr val="bg1"/>
                </a:solidFill>
                <a:latin typeface="Times New Roman" panose="02020603050405020304" pitchFamily="18" charset="0"/>
                <a:cs typeface="Times New Roman" panose="02020603050405020304" pitchFamily="18" charset="0"/>
              </a:rPr>
            </a:br>
            <a:endParaRPr lang="en-US" kern="0"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57514141"/>
      </p:ext>
    </p:extLst>
  </p:cSld>
  <p:clrMapOvr>
    <a:masterClrMapping/>
  </p:clrMapOvr>
  <p:transition spd="slow">
    <p:cove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C9A24628-8B3F-C85D-17A5-D141823BB175}"/>
              </a:ext>
            </a:extLst>
          </p:cNvPr>
          <p:cNvSpPr>
            <a:spLocks noGrp="1"/>
          </p:cNvSpPr>
          <p:nvPr>
            <p:ph type="body" idx="1"/>
          </p:nvPr>
        </p:nvSpPr>
        <p:spPr>
          <a:xfrm>
            <a:off x="227788" y="326832"/>
            <a:ext cx="5518980" cy="215444"/>
          </a:xfrm>
        </p:spPr>
        <p:txBody>
          <a:bodyPr/>
          <a:lstStyle/>
          <a:p>
            <a:r>
              <a:rPr lang="vi-VN" sz="1400" dirty="0">
                <a:solidFill>
                  <a:schemeClr val="bg1"/>
                </a:solidFill>
                <a:latin typeface="+mj-lt"/>
              </a:rPr>
              <a:t>Biểu đồ Use Case tổng quát</a:t>
            </a:r>
            <a:endParaRPr lang="en-US" sz="1400" dirty="0">
              <a:solidFill>
                <a:schemeClr val="bg1"/>
              </a:solidFill>
              <a:latin typeface="+mj-lt"/>
            </a:endParaRPr>
          </a:p>
        </p:txBody>
      </p:sp>
      <p:pic>
        <p:nvPicPr>
          <p:cNvPr id="4" name="Picture 3">
            <a:extLst>
              <a:ext uri="{FF2B5EF4-FFF2-40B4-BE49-F238E27FC236}">
                <a16:creationId xmlns:a16="http://schemas.microsoft.com/office/drawing/2014/main" id="{29431573-F24E-38EC-2A71-FAE5072BDC12}"/>
              </a:ext>
            </a:extLst>
          </p:cNvPr>
          <p:cNvPicPr>
            <a:picLocks noChangeAspect="1"/>
          </p:cNvPicPr>
          <p:nvPr/>
        </p:nvPicPr>
        <p:blipFill>
          <a:blip r:embed="rId2"/>
          <a:stretch>
            <a:fillRect/>
          </a:stretch>
        </p:blipFill>
        <p:spPr>
          <a:xfrm>
            <a:off x="1219200" y="953374"/>
            <a:ext cx="9753600" cy="5324475"/>
          </a:xfrm>
          <a:prstGeom prst="rect">
            <a:avLst/>
          </a:prstGeom>
        </p:spPr>
      </p:pic>
    </p:spTree>
    <p:extLst>
      <p:ext uri="{BB962C8B-B14F-4D97-AF65-F5344CB8AC3E}">
        <p14:creationId xmlns:p14="http://schemas.microsoft.com/office/powerpoint/2010/main" val="487115956"/>
      </p:ext>
    </p:extLst>
  </p:cSld>
  <p:clrMapOvr>
    <a:masterClrMapping/>
  </p:clrMapOvr>
  <p:transition spd="slow">
    <p:cove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22BDE2D5-4E5F-0D33-46C9-978F5B03FF80}"/>
              </a:ext>
            </a:extLst>
          </p:cNvPr>
          <p:cNvSpPr>
            <a:spLocks noGrp="1"/>
          </p:cNvSpPr>
          <p:nvPr>
            <p:ph type="body" idx="1"/>
          </p:nvPr>
        </p:nvSpPr>
        <p:spPr>
          <a:xfrm>
            <a:off x="114299" y="288731"/>
            <a:ext cx="5055525" cy="246221"/>
          </a:xfrm>
        </p:spPr>
        <p:txBody>
          <a:bodyPr/>
          <a:lstStyle/>
          <a:p>
            <a:r>
              <a:rPr lang="vi-VN" sz="1600" dirty="0">
                <a:solidFill>
                  <a:schemeClr val="bg1"/>
                </a:solidFill>
                <a:latin typeface="+mj-lt"/>
              </a:rPr>
              <a:t>Thiết kế cơ sở dữ liệu</a:t>
            </a:r>
            <a:endParaRPr lang="en-US" sz="1600" dirty="0">
              <a:solidFill>
                <a:schemeClr val="bg1"/>
              </a:solidFill>
              <a:latin typeface="+mj-lt"/>
            </a:endParaRPr>
          </a:p>
        </p:txBody>
      </p:sp>
      <p:pic>
        <p:nvPicPr>
          <p:cNvPr id="4" name="Picture 3">
            <a:extLst>
              <a:ext uri="{FF2B5EF4-FFF2-40B4-BE49-F238E27FC236}">
                <a16:creationId xmlns:a16="http://schemas.microsoft.com/office/drawing/2014/main" id="{C63CC332-D31D-29AA-63C7-AB9505F24E4F}"/>
              </a:ext>
            </a:extLst>
          </p:cNvPr>
          <p:cNvPicPr>
            <a:picLocks noChangeAspect="1"/>
          </p:cNvPicPr>
          <p:nvPr/>
        </p:nvPicPr>
        <p:blipFill>
          <a:blip r:embed="rId2"/>
          <a:stretch>
            <a:fillRect/>
          </a:stretch>
        </p:blipFill>
        <p:spPr>
          <a:xfrm>
            <a:off x="1324947" y="797027"/>
            <a:ext cx="9903181" cy="5704825"/>
          </a:xfrm>
          <a:prstGeom prst="rect">
            <a:avLst/>
          </a:prstGeom>
        </p:spPr>
      </p:pic>
    </p:spTree>
    <p:extLst>
      <p:ext uri="{BB962C8B-B14F-4D97-AF65-F5344CB8AC3E}">
        <p14:creationId xmlns:p14="http://schemas.microsoft.com/office/powerpoint/2010/main" val="3645152043"/>
      </p:ext>
    </p:extLst>
  </p:cSld>
  <p:clrMapOvr>
    <a:masterClrMapping/>
  </p:clrMapOvr>
  <p:transition spd="slow">
    <p:cove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0">
            <a:extLst>
              <a:ext uri="{FF2B5EF4-FFF2-40B4-BE49-F238E27FC236}">
                <a16:creationId xmlns:a16="http://schemas.microsoft.com/office/drawing/2014/main" id="{67274587-E483-C5E7-2D5B-7F568D8CC0B3}"/>
              </a:ext>
            </a:extLst>
          </p:cNvPr>
          <p:cNvSpPr/>
          <p:nvPr/>
        </p:nvSpPr>
        <p:spPr>
          <a:xfrm>
            <a:off x="423385" y="-52552"/>
            <a:ext cx="6891814" cy="708779"/>
          </a:xfrm>
          <a:prstGeom prst="rect">
            <a:avLst/>
          </a:prstGeom>
          <a:noFill/>
          <a:ln/>
        </p:spPr>
        <p:txBody>
          <a:bodyPr wrap="none" lIns="0" tIns="0" rIns="0" bIns="0" rtlCol="0" anchor="t"/>
          <a:lstStyle/>
          <a:p>
            <a:pPr marL="0" indent="0" algn="l">
              <a:lnSpc>
                <a:spcPts val="5550"/>
              </a:lnSpc>
              <a:buNone/>
            </a:pPr>
            <a:r>
              <a:rPr lang="en-US" b="1" dirty="0" err="1">
                <a:solidFill>
                  <a:schemeClr val="bg1"/>
                </a:solidFill>
                <a:latin typeface="Times New Roman" panose="02020603050405020304" pitchFamily="18" charset="0"/>
                <a:ea typeface="Roboto Slab" pitchFamily="34" charset="-122"/>
                <a:cs typeface="Times New Roman" panose="02020603050405020304" pitchFamily="18" charset="0"/>
              </a:rPr>
              <a:t>Thiết</a:t>
            </a:r>
            <a:r>
              <a:rPr lang="en-US" b="1" dirty="0">
                <a:solidFill>
                  <a:schemeClr val="bg1"/>
                </a:solidFill>
                <a:latin typeface="Times New Roman" panose="02020603050405020304" pitchFamily="18" charset="0"/>
                <a:ea typeface="Roboto Slab" pitchFamily="34" charset="-122"/>
                <a:cs typeface="Times New Roman" panose="02020603050405020304" pitchFamily="18" charset="0"/>
              </a:rPr>
              <a:t> Kế Cơ Sở Dữ Liệu</a:t>
            </a:r>
            <a:endParaRPr lang="en-US" b="1" dirty="0">
              <a:solidFill>
                <a:schemeClr val="bg1"/>
              </a:solidFill>
              <a:latin typeface="Times New Roman" panose="02020603050405020304" pitchFamily="18" charset="0"/>
              <a:cs typeface="Times New Roman" panose="02020603050405020304" pitchFamily="18" charset="0"/>
            </a:endParaRPr>
          </a:p>
        </p:txBody>
      </p:sp>
      <p:sp>
        <p:nvSpPr>
          <p:cNvPr id="7" name="Rectangle 6">
            <a:extLst>
              <a:ext uri="{FF2B5EF4-FFF2-40B4-BE49-F238E27FC236}">
                <a16:creationId xmlns:a16="http://schemas.microsoft.com/office/drawing/2014/main" id="{C39E3263-4F0F-1BD7-0AC5-A02E64F565F8}"/>
              </a:ext>
            </a:extLst>
          </p:cNvPr>
          <p:cNvSpPr/>
          <p:nvPr/>
        </p:nvSpPr>
        <p:spPr>
          <a:xfrm>
            <a:off x="12556902" y="7650050"/>
            <a:ext cx="1983346" cy="51515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pic>
        <p:nvPicPr>
          <p:cNvPr id="1026" name="Picture 1">
            <a:extLst>
              <a:ext uri="{FF2B5EF4-FFF2-40B4-BE49-F238E27FC236}">
                <a16:creationId xmlns:a16="http://schemas.microsoft.com/office/drawing/2014/main" id="{84F01861-953D-508E-55AE-FD2C140F3C7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2632" y="887759"/>
            <a:ext cx="11100228" cy="51472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extLst>
      <p:ext uri="{BB962C8B-B14F-4D97-AF65-F5344CB8AC3E}">
        <p14:creationId xmlns:p14="http://schemas.microsoft.com/office/powerpoint/2010/main" val="2641296286"/>
      </p:ext>
    </p:extLst>
  </p:cSld>
  <p:clrMapOvr>
    <a:masterClrMapping/>
  </p:clrMapOvr>
  <p:transition spd="slow">
    <p:cove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2">
            <a:extLst>
              <a:ext uri="{FF2B5EF4-FFF2-40B4-BE49-F238E27FC236}">
                <a16:creationId xmlns:a16="http://schemas.microsoft.com/office/drawing/2014/main" id="{EF4BFCBC-F6B5-0661-06D3-35CBCEB7972A}"/>
              </a:ext>
            </a:extLst>
          </p:cNvPr>
          <p:cNvSpPr/>
          <p:nvPr/>
        </p:nvSpPr>
        <p:spPr>
          <a:xfrm>
            <a:off x="0" y="1458097"/>
            <a:ext cx="12192000" cy="5399903"/>
          </a:xfrm>
          <a:custGeom>
            <a:avLst/>
            <a:gdLst/>
            <a:ahLst/>
            <a:cxnLst/>
            <a:rect l="l" t="t" r="r" b="b"/>
            <a:pathLst>
              <a:path w="10692130" h="5418455">
                <a:moveTo>
                  <a:pt x="0" y="5417997"/>
                </a:moveTo>
                <a:lnTo>
                  <a:pt x="10692003" y="5417997"/>
                </a:lnTo>
                <a:lnTo>
                  <a:pt x="10692003" y="0"/>
                </a:lnTo>
                <a:lnTo>
                  <a:pt x="0" y="0"/>
                </a:lnTo>
                <a:lnTo>
                  <a:pt x="0" y="5417997"/>
                </a:lnTo>
                <a:close/>
              </a:path>
            </a:pathLst>
          </a:custGeom>
          <a:solidFill>
            <a:srgbClr val="9E0A0F"/>
          </a:solidFill>
        </p:spPr>
        <p:txBody>
          <a:bodyPr wrap="square" lIns="0" tIns="0" rIns="0" bIns="0" rtlCol="0"/>
          <a:lstStyle/>
          <a:p>
            <a:pPr defTabSz="773948"/>
            <a:endParaRPr lang="en-US" sz="1524" dirty="0">
              <a:solidFill>
                <a:prstClr val="black"/>
              </a:solidFill>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B2021469-7B3D-4688-6E43-779C7EBE0881}"/>
              </a:ext>
            </a:extLst>
          </p:cNvPr>
          <p:cNvSpPr txBox="1"/>
          <p:nvPr/>
        </p:nvSpPr>
        <p:spPr>
          <a:xfrm>
            <a:off x="321275" y="709297"/>
            <a:ext cx="12191998" cy="584775"/>
          </a:xfrm>
          <a:prstGeom prst="rect">
            <a:avLst/>
          </a:prstGeom>
          <a:noFill/>
        </p:spPr>
        <p:txBody>
          <a:bodyPr wrap="square">
            <a:spAutoFit/>
          </a:bodyPr>
          <a:lstStyle/>
          <a:p>
            <a:pPr algn="just"/>
            <a:r>
              <a:rPr lang="vi-VN" sz="3200" b="1" dirty="0">
                <a:solidFill>
                  <a:srgbClr val="8E0000"/>
                </a:solidFill>
                <a:latin typeface="Times New Roman" panose="02020603050405020304" pitchFamily="18" charset="0"/>
                <a:cs typeface="Times New Roman" panose="02020603050405020304" pitchFamily="18" charset="0"/>
              </a:rPr>
              <a:t>04</a:t>
            </a:r>
            <a:endParaRPr lang="en-US" sz="3200" b="1" dirty="0">
              <a:solidFill>
                <a:srgbClr val="8E0000"/>
              </a:solidFill>
              <a:latin typeface="Times New Roman" panose="02020603050405020304" pitchFamily="18" charset="0"/>
              <a:cs typeface="Times New Roman" panose="02020603050405020304" pitchFamily="18" charset="0"/>
            </a:endParaRPr>
          </a:p>
        </p:txBody>
      </p:sp>
      <p:sp>
        <p:nvSpPr>
          <p:cNvPr id="6" name="Title 3">
            <a:extLst>
              <a:ext uri="{FF2B5EF4-FFF2-40B4-BE49-F238E27FC236}">
                <a16:creationId xmlns:a16="http://schemas.microsoft.com/office/drawing/2014/main" id="{3915CB46-8754-2BDA-6D50-76270C7F05E1}"/>
              </a:ext>
            </a:extLst>
          </p:cNvPr>
          <p:cNvSpPr txBox="1">
            <a:spLocks/>
          </p:cNvSpPr>
          <p:nvPr/>
        </p:nvSpPr>
        <p:spPr>
          <a:xfrm>
            <a:off x="930696" y="2163869"/>
            <a:ext cx="10973156" cy="1591205"/>
          </a:xfrm>
          <a:prstGeom prst="rect">
            <a:avLst/>
          </a:prstGeom>
        </p:spPr>
        <p:txBody>
          <a:bodyPr wrap="square" lIns="0" tIns="0" rIns="0" bIns="0">
            <a:spAutoFit/>
          </a:bodyPr>
          <a:lstStyle>
            <a:lvl1pPr>
              <a:defRPr sz="2370" b="1" i="0">
                <a:solidFill>
                  <a:srgbClr val="9E0A0F"/>
                </a:solidFill>
                <a:latin typeface="Verdana"/>
                <a:ea typeface="+mj-ea"/>
                <a:cs typeface="Verdana"/>
              </a:defRPr>
            </a:lvl1pPr>
          </a:lstStyle>
          <a:p>
            <a:br>
              <a:rPr lang="vi-VN" sz="2800" b="0" dirty="0">
                <a:solidFill>
                  <a:schemeClr val="bg1"/>
                </a:solidFill>
                <a:latin typeface="Times New Roman" panose="02020603050405020304" pitchFamily="18" charset="0"/>
                <a:cs typeface="Times New Roman" panose="02020603050405020304" pitchFamily="18" charset="0"/>
              </a:rPr>
            </a:br>
            <a:br>
              <a:rPr lang="vi-VN" sz="2800" b="0" kern="0" dirty="0">
                <a:solidFill>
                  <a:schemeClr val="bg1"/>
                </a:solidFill>
                <a:latin typeface="Times New Roman" panose="02020603050405020304" pitchFamily="18" charset="0"/>
                <a:cs typeface="Times New Roman" panose="02020603050405020304" pitchFamily="18" charset="0"/>
              </a:rPr>
            </a:br>
            <a:br>
              <a:rPr lang="vi-VN" b="0" kern="0" dirty="0">
                <a:solidFill>
                  <a:schemeClr val="bg1"/>
                </a:solidFill>
                <a:latin typeface="Times New Roman" panose="02020603050405020304" pitchFamily="18" charset="0"/>
                <a:cs typeface="Times New Roman" panose="02020603050405020304" pitchFamily="18" charset="0"/>
              </a:rPr>
            </a:br>
            <a:endParaRPr lang="en-US" kern="0" dirty="0">
              <a:solidFill>
                <a:schemeClr val="bg1"/>
              </a:solidFill>
              <a:latin typeface="Times New Roman" panose="02020603050405020304" pitchFamily="18" charset="0"/>
              <a:cs typeface="Times New Roman" panose="02020603050405020304" pitchFamily="18" charset="0"/>
            </a:endParaRPr>
          </a:p>
        </p:txBody>
      </p:sp>
      <p:sp>
        <p:nvSpPr>
          <p:cNvPr id="7" name="Title 3">
            <a:extLst>
              <a:ext uri="{FF2B5EF4-FFF2-40B4-BE49-F238E27FC236}">
                <a16:creationId xmlns:a16="http://schemas.microsoft.com/office/drawing/2014/main" id="{C185D3B4-54EE-9608-4249-90CE5D6E1D41}"/>
              </a:ext>
            </a:extLst>
          </p:cNvPr>
          <p:cNvSpPr txBox="1">
            <a:spLocks/>
          </p:cNvSpPr>
          <p:nvPr/>
        </p:nvSpPr>
        <p:spPr>
          <a:xfrm>
            <a:off x="930696" y="2163869"/>
            <a:ext cx="10973156" cy="1160318"/>
          </a:xfrm>
          <a:prstGeom prst="rect">
            <a:avLst/>
          </a:prstGeom>
        </p:spPr>
        <p:txBody>
          <a:bodyPr wrap="square" lIns="0" tIns="0" rIns="0" bIns="0">
            <a:spAutoFit/>
          </a:bodyPr>
          <a:lstStyle>
            <a:lvl1pPr>
              <a:defRPr sz="2370" b="1" i="0">
                <a:solidFill>
                  <a:srgbClr val="9E0A0F"/>
                </a:solidFill>
                <a:latin typeface="Verdana"/>
                <a:ea typeface="+mj-ea"/>
                <a:cs typeface="Verdana"/>
              </a:defRPr>
            </a:lvl1pPr>
          </a:lstStyle>
          <a:p>
            <a:br>
              <a:rPr lang="vi-VN" sz="2800" b="0" kern="0" dirty="0">
                <a:solidFill>
                  <a:schemeClr val="bg1"/>
                </a:solidFill>
                <a:latin typeface="Times New Roman" panose="02020603050405020304" pitchFamily="18" charset="0"/>
                <a:cs typeface="Times New Roman" panose="02020603050405020304" pitchFamily="18" charset="0"/>
              </a:rPr>
            </a:br>
            <a:br>
              <a:rPr lang="vi-VN" b="0" kern="0" dirty="0">
                <a:solidFill>
                  <a:schemeClr val="bg1"/>
                </a:solidFill>
                <a:latin typeface="Times New Roman" panose="02020603050405020304" pitchFamily="18" charset="0"/>
                <a:cs typeface="Times New Roman" panose="02020603050405020304" pitchFamily="18" charset="0"/>
              </a:rPr>
            </a:br>
            <a:endParaRPr lang="en-US" kern="0" dirty="0">
              <a:solidFill>
                <a:schemeClr val="bg1"/>
              </a:solidFill>
              <a:latin typeface="Times New Roman" panose="02020603050405020304" pitchFamily="18" charset="0"/>
              <a:cs typeface="Times New Roman" panose="02020603050405020304" pitchFamily="18" charset="0"/>
            </a:endParaRPr>
          </a:p>
        </p:txBody>
      </p:sp>
      <p:sp>
        <p:nvSpPr>
          <p:cNvPr id="8" name="Title 3">
            <a:extLst>
              <a:ext uri="{FF2B5EF4-FFF2-40B4-BE49-F238E27FC236}">
                <a16:creationId xmlns:a16="http://schemas.microsoft.com/office/drawing/2014/main" id="{2D5861EB-B015-CAAE-FC27-CF510E8610D8}"/>
              </a:ext>
            </a:extLst>
          </p:cNvPr>
          <p:cNvSpPr txBox="1">
            <a:spLocks/>
          </p:cNvSpPr>
          <p:nvPr/>
        </p:nvSpPr>
        <p:spPr>
          <a:xfrm>
            <a:off x="1083096" y="2316269"/>
            <a:ext cx="10973156" cy="2954655"/>
          </a:xfrm>
          <a:prstGeom prst="rect">
            <a:avLst/>
          </a:prstGeom>
        </p:spPr>
        <p:txBody>
          <a:bodyPr wrap="square" lIns="0" tIns="0" rIns="0" bIns="0">
            <a:spAutoFit/>
          </a:bodyPr>
          <a:lstStyle>
            <a:lvl1pPr>
              <a:defRPr sz="2370" b="1" i="0">
                <a:solidFill>
                  <a:srgbClr val="9E0A0F"/>
                </a:solidFill>
                <a:latin typeface="Verdana"/>
                <a:ea typeface="+mj-ea"/>
                <a:cs typeface="Verdana"/>
              </a:defRPr>
            </a:lvl1pPr>
          </a:lstStyle>
          <a:p>
            <a:r>
              <a:rPr lang="vi-VN" sz="4800" kern="0" dirty="0">
                <a:solidFill>
                  <a:schemeClr val="bg1"/>
                </a:solidFill>
                <a:latin typeface="Times New Roman" panose="02020603050405020304" pitchFamily="18" charset="0"/>
                <a:cs typeface="Times New Roman" panose="02020603050405020304" pitchFamily="18" charset="0"/>
              </a:rPr>
              <a:t>Luồng hoạt động và </a:t>
            </a:r>
          </a:p>
          <a:p>
            <a:r>
              <a:rPr lang="vi-VN" sz="4800" kern="0" dirty="0">
                <a:solidFill>
                  <a:schemeClr val="bg1"/>
                </a:solidFill>
                <a:latin typeface="Times New Roman" panose="02020603050405020304" pitchFamily="18" charset="0"/>
                <a:cs typeface="Times New Roman" panose="02020603050405020304" pitchFamily="18" charset="0"/>
              </a:rPr>
              <a:t>danh sách các Form chính</a:t>
            </a:r>
            <a:br>
              <a:rPr lang="vi-VN" sz="4800" kern="0" dirty="0">
                <a:solidFill>
                  <a:schemeClr val="bg1"/>
                </a:solidFill>
                <a:latin typeface="Times New Roman" panose="02020603050405020304" pitchFamily="18" charset="0"/>
                <a:cs typeface="Times New Roman" panose="02020603050405020304" pitchFamily="18" charset="0"/>
              </a:rPr>
            </a:br>
            <a:br>
              <a:rPr lang="vi-VN" sz="4800" kern="0" dirty="0">
                <a:solidFill>
                  <a:schemeClr val="bg1"/>
                </a:solidFill>
                <a:latin typeface="Times New Roman" panose="02020603050405020304" pitchFamily="18" charset="0"/>
                <a:cs typeface="Times New Roman" panose="02020603050405020304" pitchFamily="18" charset="0"/>
              </a:rPr>
            </a:br>
            <a:endParaRPr lang="en-US" sz="4800" kern="0"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10441605"/>
      </p:ext>
    </p:extLst>
  </p:cSld>
  <p:clrMapOvr>
    <a:masterClrMapping/>
  </p:clrMapOvr>
  <p:transition spd="slow">
    <p:cove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0">
            <a:extLst>
              <a:ext uri="{FF2B5EF4-FFF2-40B4-BE49-F238E27FC236}">
                <a16:creationId xmlns:a16="http://schemas.microsoft.com/office/drawing/2014/main" id="{4FADC24C-6C04-FFF3-5327-DFDFE3FD1B03}"/>
              </a:ext>
            </a:extLst>
          </p:cNvPr>
          <p:cNvSpPr/>
          <p:nvPr/>
        </p:nvSpPr>
        <p:spPr>
          <a:xfrm>
            <a:off x="521942" y="-78505"/>
            <a:ext cx="5670590" cy="708779"/>
          </a:xfrm>
          <a:prstGeom prst="rect">
            <a:avLst/>
          </a:prstGeom>
          <a:noFill/>
          <a:ln/>
        </p:spPr>
        <p:txBody>
          <a:bodyPr wrap="none" lIns="0" tIns="0" rIns="0" bIns="0" rtlCol="0" anchor="t"/>
          <a:lstStyle/>
          <a:p>
            <a:pPr marL="0" indent="0" algn="l">
              <a:lnSpc>
                <a:spcPts val="5550"/>
              </a:lnSpc>
              <a:buNone/>
            </a:pPr>
            <a:r>
              <a:rPr lang="en-US" b="1" dirty="0">
                <a:solidFill>
                  <a:schemeClr val="bg1"/>
                </a:solidFill>
                <a:latin typeface="Times New Roman" panose="02020603050405020304" pitchFamily="18" charset="0"/>
                <a:ea typeface="Roboto Slab" pitchFamily="34" charset="-122"/>
                <a:cs typeface="Times New Roman" panose="02020603050405020304" pitchFamily="18" charset="0"/>
              </a:rPr>
              <a:t> Luồng Hoạt Động</a:t>
            </a:r>
            <a:endParaRPr lang="en-US" b="1" dirty="0">
              <a:solidFill>
                <a:schemeClr val="bg1"/>
              </a:solidFill>
              <a:latin typeface="Times New Roman" panose="02020603050405020304" pitchFamily="18" charset="0"/>
              <a:cs typeface="Times New Roman" panose="02020603050405020304" pitchFamily="18" charset="0"/>
            </a:endParaRPr>
          </a:p>
        </p:txBody>
      </p:sp>
      <p:sp>
        <p:nvSpPr>
          <p:cNvPr id="5" name="Text 1">
            <a:extLst>
              <a:ext uri="{FF2B5EF4-FFF2-40B4-BE49-F238E27FC236}">
                <a16:creationId xmlns:a16="http://schemas.microsoft.com/office/drawing/2014/main" id="{04BDD0B5-1480-9B93-3C88-78ADB3971511}"/>
              </a:ext>
            </a:extLst>
          </p:cNvPr>
          <p:cNvSpPr/>
          <p:nvPr/>
        </p:nvSpPr>
        <p:spPr>
          <a:xfrm>
            <a:off x="93574" y="857088"/>
            <a:ext cx="11950145" cy="725805"/>
          </a:xfrm>
          <a:prstGeom prst="rect">
            <a:avLst/>
          </a:prstGeom>
          <a:noFill/>
          <a:ln/>
        </p:spPr>
        <p:txBody>
          <a:bodyPr wrap="square" lIns="0" tIns="0" rIns="0" bIns="0" rtlCol="0" anchor="t"/>
          <a:lstStyle/>
          <a:p>
            <a:pPr marL="0" indent="0" algn="l">
              <a:lnSpc>
                <a:spcPts val="2850"/>
              </a:lnSpc>
              <a:buNone/>
            </a:pPr>
            <a:endParaRPr lang="en-US" sz="2400" dirty="0">
              <a:latin typeface="Times New Roman" panose="02020603050405020304" pitchFamily="18" charset="0"/>
              <a:cs typeface="Times New Roman" panose="02020603050405020304" pitchFamily="18" charset="0"/>
            </a:endParaRPr>
          </a:p>
        </p:txBody>
      </p:sp>
      <p:sp>
        <p:nvSpPr>
          <p:cNvPr id="9" name="Text 5">
            <a:extLst>
              <a:ext uri="{FF2B5EF4-FFF2-40B4-BE49-F238E27FC236}">
                <a16:creationId xmlns:a16="http://schemas.microsoft.com/office/drawing/2014/main" id="{73941916-11E2-E96C-91B8-7CAC19079352}"/>
              </a:ext>
            </a:extLst>
          </p:cNvPr>
          <p:cNvSpPr/>
          <p:nvPr/>
        </p:nvSpPr>
        <p:spPr>
          <a:xfrm>
            <a:off x="276727" y="2919114"/>
            <a:ext cx="5893356" cy="362903"/>
          </a:xfrm>
          <a:prstGeom prst="rect">
            <a:avLst/>
          </a:prstGeom>
          <a:noFill/>
          <a:ln/>
        </p:spPr>
        <p:txBody>
          <a:bodyPr wrap="none" lIns="0" tIns="0" rIns="0" bIns="0" rtlCol="0" anchor="t"/>
          <a:lstStyle/>
          <a:p>
            <a:pPr marL="0" indent="0" algn="l">
              <a:lnSpc>
                <a:spcPts val="2850"/>
              </a:lnSpc>
              <a:buNone/>
            </a:pPr>
            <a:endParaRPr lang="en-US" sz="2400" dirty="0">
              <a:latin typeface="Times New Roman" panose="02020603050405020304" pitchFamily="18" charset="0"/>
              <a:cs typeface="Times New Roman" panose="02020603050405020304" pitchFamily="18" charset="0"/>
            </a:endParaRPr>
          </a:p>
        </p:txBody>
      </p:sp>
      <p:sp>
        <p:nvSpPr>
          <p:cNvPr id="22" name="Rectangle 21">
            <a:extLst>
              <a:ext uri="{FF2B5EF4-FFF2-40B4-BE49-F238E27FC236}">
                <a16:creationId xmlns:a16="http://schemas.microsoft.com/office/drawing/2014/main" id="{47AA3A25-7BD3-321C-4DBD-CE644B7B70B0}"/>
              </a:ext>
            </a:extLst>
          </p:cNvPr>
          <p:cNvSpPr/>
          <p:nvPr/>
        </p:nvSpPr>
        <p:spPr>
          <a:xfrm>
            <a:off x="12556902" y="7650050"/>
            <a:ext cx="1983346" cy="51515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37FDF6A6-BEF3-FD78-3500-14BABC2CE34B}"/>
              </a:ext>
            </a:extLst>
          </p:cNvPr>
          <p:cNvPicPr>
            <a:picLocks noChangeAspect="1"/>
          </p:cNvPicPr>
          <p:nvPr/>
        </p:nvPicPr>
        <p:blipFill>
          <a:blip r:embed="rId2"/>
          <a:stretch>
            <a:fillRect/>
          </a:stretch>
        </p:blipFill>
        <p:spPr>
          <a:xfrm>
            <a:off x="0" y="1598119"/>
            <a:ext cx="12192000" cy="3661761"/>
          </a:xfrm>
          <a:prstGeom prst="rect">
            <a:avLst/>
          </a:prstGeom>
        </p:spPr>
      </p:pic>
    </p:spTree>
    <p:extLst>
      <p:ext uri="{BB962C8B-B14F-4D97-AF65-F5344CB8AC3E}">
        <p14:creationId xmlns:p14="http://schemas.microsoft.com/office/powerpoint/2010/main" val="2226795737"/>
      </p:ext>
    </p:extLst>
  </p:cSld>
  <p:clrMapOvr>
    <a:masterClrMapping/>
  </p:clrMapOvr>
  <p:transition spd="slow">
    <p:cove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Text 0">
            <a:extLst>
              <a:ext uri="{FF2B5EF4-FFF2-40B4-BE49-F238E27FC236}">
                <a16:creationId xmlns:a16="http://schemas.microsoft.com/office/drawing/2014/main" id="{7A8DF72E-8218-0E7B-CBEC-42C90A044552}"/>
              </a:ext>
            </a:extLst>
          </p:cNvPr>
          <p:cNvSpPr/>
          <p:nvPr/>
        </p:nvSpPr>
        <p:spPr>
          <a:xfrm>
            <a:off x="336290" y="54292"/>
            <a:ext cx="7269004" cy="631269"/>
          </a:xfrm>
          <a:prstGeom prst="rect">
            <a:avLst/>
          </a:prstGeom>
          <a:noFill/>
          <a:ln/>
        </p:spPr>
        <p:txBody>
          <a:bodyPr wrap="none" lIns="0" tIns="0" rIns="0" bIns="0" rtlCol="0" anchor="t"/>
          <a:lstStyle/>
          <a:p>
            <a:pPr marL="0" indent="0" algn="l">
              <a:lnSpc>
                <a:spcPts val="4950"/>
              </a:lnSpc>
              <a:buNone/>
            </a:pPr>
            <a:r>
              <a:rPr lang="en-US" b="1" dirty="0">
                <a:solidFill>
                  <a:schemeClr val="bg1"/>
                </a:solidFill>
                <a:latin typeface="Times New Roman" panose="02020603050405020304" pitchFamily="18" charset="0"/>
                <a:ea typeface="Roboto Slab" pitchFamily="34" charset="-122"/>
                <a:cs typeface="Times New Roman" panose="02020603050405020304" pitchFamily="18" charset="0"/>
              </a:rPr>
              <a:t>Danh Sách 10 Form Chính</a:t>
            </a:r>
            <a:endParaRPr lang="en-US" b="1" dirty="0">
              <a:solidFill>
                <a:schemeClr val="bg1"/>
              </a:solidFill>
              <a:latin typeface="Times New Roman" panose="02020603050405020304" pitchFamily="18" charset="0"/>
              <a:cs typeface="Times New Roman" panose="02020603050405020304" pitchFamily="18" charset="0"/>
            </a:endParaRPr>
          </a:p>
        </p:txBody>
      </p:sp>
      <p:sp>
        <p:nvSpPr>
          <p:cNvPr id="42" name="Shape 2">
            <a:extLst>
              <a:ext uri="{FF2B5EF4-FFF2-40B4-BE49-F238E27FC236}">
                <a16:creationId xmlns:a16="http://schemas.microsoft.com/office/drawing/2014/main" id="{CA7AA614-83D4-9822-8206-09BEE018C87B}"/>
              </a:ext>
            </a:extLst>
          </p:cNvPr>
          <p:cNvSpPr/>
          <p:nvPr/>
        </p:nvSpPr>
        <p:spPr>
          <a:xfrm>
            <a:off x="0" y="1326952"/>
            <a:ext cx="13201174" cy="536496"/>
          </a:xfrm>
          <a:prstGeom prst="rect">
            <a:avLst/>
          </a:prstGeom>
          <a:solidFill>
            <a:srgbClr val="FFFFFF">
              <a:alpha val="4000"/>
            </a:srgbClr>
          </a:solidFill>
          <a:ln/>
        </p:spPr>
        <p:txBody>
          <a:bodyPr/>
          <a:lstStyle/>
          <a:p>
            <a:endParaRPr lang="en-US">
              <a:latin typeface="Times New Roman" panose="02020603050405020304" pitchFamily="18" charset="0"/>
              <a:cs typeface="Times New Roman" panose="02020603050405020304" pitchFamily="18" charset="0"/>
            </a:endParaRPr>
          </a:p>
        </p:txBody>
      </p:sp>
      <p:sp>
        <p:nvSpPr>
          <p:cNvPr id="75" name="Rectangle 74">
            <a:extLst>
              <a:ext uri="{FF2B5EF4-FFF2-40B4-BE49-F238E27FC236}">
                <a16:creationId xmlns:a16="http://schemas.microsoft.com/office/drawing/2014/main" id="{4B510954-E56D-5B81-068A-16FA413FC02E}"/>
              </a:ext>
            </a:extLst>
          </p:cNvPr>
          <p:cNvSpPr/>
          <p:nvPr/>
        </p:nvSpPr>
        <p:spPr>
          <a:xfrm>
            <a:off x="12556902" y="7650050"/>
            <a:ext cx="1983346" cy="51515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110" name="Shape 1">
            <a:extLst>
              <a:ext uri="{FF2B5EF4-FFF2-40B4-BE49-F238E27FC236}">
                <a16:creationId xmlns:a16="http://schemas.microsoft.com/office/drawing/2014/main" id="{97E8C26E-1EEE-6867-CB0A-9383DEC39A3E}"/>
              </a:ext>
            </a:extLst>
          </p:cNvPr>
          <p:cNvSpPr/>
          <p:nvPr/>
        </p:nvSpPr>
        <p:spPr>
          <a:xfrm>
            <a:off x="336290" y="677941"/>
            <a:ext cx="9177031" cy="5379007"/>
          </a:xfrm>
          <a:prstGeom prst="roundRect">
            <a:avLst>
              <a:gd name="adj" fmla="val 512"/>
            </a:avLst>
          </a:prstGeom>
          <a:noFill/>
          <a:ln w="7620">
            <a:solidFill>
              <a:srgbClr val="000000">
                <a:alpha val="8000"/>
              </a:srgbClr>
            </a:solidFill>
            <a:prstDash val="solid"/>
          </a:ln>
        </p:spPr>
        <p:txBody>
          <a:bodyPr/>
          <a:lstStyle/>
          <a:p>
            <a:endParaRPr lang="en-US" sz="1400">
              <a:latin typeface="Times New Roman" panose="02020603050405020304" pitchFamily="18" charset="0"/>
              <a:cs typeface="Times New Roman" panose="02020603050405020304" pitchFamily="18" charset="0"/>
            </a:endParaRPr>
          </a:p>
        </p:txBody>
      </p:sp>
      <p:sp>
        <p:nvSpPr>
          <p:cNvPr id="111" name="Shape 2">
            <a:extLst>
              <a:ext uri="{FF2B5EF4-FFF2-40B4-BE49-F238E27FC236}">
                <a16:creationId xmlns:a16="http://schemas.microsoft.com/office/drawing/2014/main" id="{AEC1FAAE-96B1-C95D-43E4-BE3DBD4BF830}"/>
              </a:ext>
            </a:extLst>
          </p:cNvPr>
          <p:cNvSpPr/>
          <p:nvPr/>
        </p:nvSpPr>
        <p:spPr>
          <a:xfrm>
            <a:off x="343910" y="685561"/>
            <a:ext cx="9166449" cy="536496"/>
          </a:xfrm>
          <a:prstGeom prst="rect">
            <a:avLst/>
          </a:prstGeom>
          <a:solidFill>
            <a:srgbClr val="FFFFFF">
              <a:alpha val="4000"/>
            </a:srgbClr>
          </a:solidFill>
          <a:ln/>
        </p:spPr>
        <p:txBody>
          <a:bodyPr/>
          <a:lstStyle/>
          <a:p>
            <a:endParaRPr lang="en-US" sz="1400">
              <a:latin typeface="Times New Roman" panose="02020603050405020304" pitchFamily="18" charset="0"/>
              <a:cs typeface="Times New Roman" panose="02020603050405020304" pitchFamily="18" charset="0"/>
            </a:endParaRPr>
          </a:p>
        </p:txBody>
      </p:sp>
      <p:sp>
        <p:nvSpPr>
          <p:cNvPr id="112" name="Text 3">
            <a:extLst>
              <a:ext uri="{FF2B5EF4-FFF2-40B4-BE49-F238E27FC236}">
                <a16:creationId xmlns:a16="http://schemas.microsoft.com/office/drawing/2014/main" id="{41826D60-79A6-B461-3E7F-0C76A38C40C2}"/>
              </a:ext>
            </a:extLst>
          </p:cNvPr>
          <p:cNvSpPr/>
          <p:nvPr/>
        </p:nvSpPr>
        <p:spPr>
          <a:xfrm>
            <a:off x="545960" y="801052"/>
            <a:ext cx="2466796" cy="305514"/>
          </a:xfrm>
          <a:prstGeom prst="rect">
            <a:avLst/>
          </a:prstGeom>
          <a:noFill/>
          <a:ln/>
        </p:spPr>
        <p:txBody>
          <a:bodyPr wrap="none" lIns="0" tIns="0" rIns="0" bIns="0" rtlCol="0" anchor="t"/>
          <a:lstStyle/>
          <a:p>
            <a:pPr marL="0" indent="0" algn="l">
              <a:lnSpc>
                <a:spcPts val="2400"/>
              </a:lnSpc>
              <a:buNone/>
            </a:pPr>
            <a:r>
              <a:rPr lang="en-US" sz="1400" b="1" dirty="0">
                <a:solidFill>
                  <a:srgbClr val="15213F"/>
                </a:solidFill>
                <a:latin typeface="Times New Roman" panose="02020603050405020304" pitchFamily="18" charset="0"/>
                <a:ea typeface="Roboto" pitchFamily="34" charset="-122"/>
                <a:cs typeface="Times New Roman" panose="02020603050405020304" pitchFamily="18" charset="0"/>
              </a:rPr>
              <a:t>Form</a:t>
            </a:r>
            <a:endParaRPr lang="en-US" sz="1400" dirty="0">
              <a:latin typeface="Times New Roman" panose="02020603050405020304" pitchFamily="18" charset="0"/>
              <a:cs typeface="Times New Roman" panose="02020603050405020304" pitchFamily="18" charset="0"/>
            </a:endParaRPr>
          </a:p>
        </p:txBody>
      </p:sp>
      <p:sp>
        <p:nvSpPr>
          <p:cNvPr id="113" name="Text 4">
            <a:extLst>
              <a:ext uri="{FF2B5EF4-FFF2-40B4-BE49-F238E27FC236}">
                <a16:creationId xmlns:a16="http://schemas.microsoft.com/office/drawing/2014/main" id="{9D664AE2-8B6C-15BB-5FB5-5653D414188B}"/>
              </a:ext>
            </a:extLst>
          </p:cNvPr>
          <p:cNvSpPr/>
          <p:nvPr/>
        </p:nvSpPr>
        <p:spPr>
          <a:xfrm>
            <a:off x="4510026" y="801052"/>
            <a:ext cx="6133426" cy="305514"/>
          </a:xfrm>
          <a:prstGeom prst="rect">
            <a:avLst/>
          </a:prstGeom>
          <a:noFill/>
          <a:ln/>
        </p:spPr>
        <p:txBody>
          <a:bodyPr wrap="none" lIns="0" tIns="0" rIns="0" bIns="0" rtlCol="0" anchor="t"/>
          <a:lstStyle/>
          <a:p>
            <a:pPr marL="0" indent="0" algn="l">
              <a:lnSpc>
                <a:spcPts val="2400"/>
              </a:lnSpc>
              <a:buNone/>
            </a:pPr>
            <a:r>
              <a:rPr lang="en-US" sz="1400" b="1" dirty="0">
                <a:solidFill>
                  <a:srgbClr val="15213F"/>
                </a:solidFill>
                <a:latin typeface="Times New Roman" panose="02020603050405020304" pitchFamily="18" charset="0"/>
                <a:ea typeface="Roboto" pitchFamily="34" charset="-122"/>
                <a:cs typeface="Times New Roman" panose="02020603050405020304" pitchFamily="18" charset="0"/>
              </a:rPr>
              <a:t>Mục Đích Chính</a:t>
            </a:r>
            <a:endParaRPr lang="en-US" sz="1400" dirty="0">
              <a:latin typeface="Times New Roman" panose="02020603050405020304" pitchFamily="18" charset="0"/>
              <a:cs typeface="Times New Roman" panose="02020603050405020304" pitchFamily="18" charset="0"/>
            </a:endParaRPr>
          </a:p>
        </p:txBody>
      </p:sp>
      <p:sp>
        <p:nvSpPr>
          <p:cNvPr id="114" name="Shape 5">
            <a:extLst>
              <a:ext uri="{FF2B5EF4-FFF2-40B4-BE49-F238E27FC236}">
                <a16:creationId xmlns:a16="http://schemas.microsoft.com/office/drawing/2014/main" id="{6C711D17-7949-713C-06F3-B157E076F68A}"/>
              </a:ext>
            </a:extLst>
          </p:cNvPr>
          <p:cNvSpPr/>
          <p:nvPr/>
        </p:nvSpPr>
        <p:spPr>
          <a:xfrm>
            <a:off x="343910" y="1222057"/>
            <a:ext cx="9166449" cy="536496"/>
          </a:xfrm>
          <a:prstGeom prst="rect">
            <a:avLst/>
          </a:prstGeom>
          <a:solidFill>
            <a:srgbClr val="000000">
              <a:alpha val="4000"/>
            </a:srgbClr>
          </a:solidFill>
          <a:ln/>
        </p:spPr>
        <p:txBody>
          <a:bodyPr/>
          <a:lstStyle/>
          <a:p>
            <a:endParaRPr lang="en-US" sz="1400">
              <a:latin typeface="Times New Roman" panose="02020603050405020304" pitchFamily="18" charset="0"/>
              <a:cs typeface="Times New Roman" panose="02020603050405020304" pitchFamily="18" charset="0"/>
            </a:endParaRPr>
          </a:p>
        </p:txBody>
      </p:sp>
      <p:sp>
        <p:nvSpPr>
          <p:cNvPr id="115" name="Text 6">
            <a:extLst>
              <a:ext uri="{FF2B5EF4-FFF2-40B4-BE49-F238E27FC236}">
                <a16:creationId xmlns:a16="http://schemas.microsoft.com/office/drawing/2014/main" id="{D31498DA-CD66-52EF-0089-EE48A7D3EF70}"/>
              </a:ext>
            </a:extLst>
          </p:cNvPr>
          <p:cNvSpPr/>
          <p:nvPr/>
        </p:nvSpPr>
        <p:spPr>
          <a:xfrm>
            <a:off x="545960" y="1337547"/>
            <a:ext cx="2466796" cy="305514"/>
          </a:xfrm>
          <a:prstGeom prst="rect">
            <a:avLst/>
          </a:prstGeom>
          <a:noFill/>
          <a:ln/>
        </p:spPr>
        <p:txBody>
          <a:bodyPr wrap="none" lIns="0" tIns="0" rIns="0" bIns="0" rtlCol="0" anchor="t"/>
          <a:lstStyle/>
          <a:p>
            <a:pPr marL="0" indent="0" algn="l">
              <a:lnSpc>
                <a:spcPts val="2400"/>
              </a:lnSpc>
              <a:buNone/>
            </a:pPr>
            <a:r>
              <a:rPr lang="en-US" sz="1400" dirty="0" err="1">
                <a:solidFill>
                  <a:srgbClr val="15213F"/>
                </a:solidFill>
                <a:latin typeface="Times New Roman" panose="02020603050405020304" pitchFamily="18" charset="0"/>
                <a:ea typeface="Roboto" pitchFamily="34" charset="-122"/>
                <a:cs typeface="Times New Roman" panose="02020603050405020304" pitchFamily="18" charset="0"/>
              </a:rPr>
              <a:t>FormDangNhap</a:t>
            </a:r>
            <a:endParaRPr lang="en-US" sz="1400" dirty="0">
              <a:latin typeface="Times New Roman" panose="02020603050405020304" pitchFamily="18" charset="0"/>
              <a:cs typeface="Times New Roman" panose="02020603050405020304" pitchFamily="18" charset="0"/>
            </a:endParaRPr>
          </a:p>
        </p:txBody>
      </p:sp>
      <p:sp>
        <p:nvSpPr>
          <p:cNvPr id="116" name="Text 7">
            <a:extLst>
              <a:ext uri="{FF2B5EF4-FFF2-40B4-BE49-F238E27FC236}">
                <a16:creationId xmlns:a16="http://schemas.microsoft.com/office/drawing/2014/main" id="{3870D3EC-0E35-7461-45E1-34C29799B60E}"/>
              </a:ext>
            </a:extLst>
          </p:cNvPr>
          <p:cNvSpPr/>
          <p:nvPr/>
        </p:nvSpPr>
        <p:spPr>
          <a:xfrm>
            <a:off x="4510026" y="1337547"/>
            <a:ext cx="6133426" cy="305514"/>
          </a:xfrm>
          <a:prstGeom prst="rect">
            <a:avLst/>
          </a:prstGeom>
          <a:noFill/>
          <a:ln/>
        </p:spPr>
        <p:txBody>
          <a:bodyPr wrap="none" lIns="0" tIns="0" rIns="0" bIns="0" rtlCol="0" anchor="t"/>
          <a:lstStyle/>
          <a:p>
            <a:pPr marL="0" indent="0" algn="l">
              <a:lnSpc>
                <a:spcPts val="2400"/>
              </a:lnSpc>
              <a:buNone/>
            </a:pPr>
            <a:r>
              <a:rPr lang="en-US" sz="1400" dirty="0">
                <a:solidFill>
                  <a:srgbClr val="15213F"/>
                </a:solidFill>
                <a:latin typeface="Times New Roman" panose="02020603050405020304" pitchFamily="18" charset="0"/>
                <a:ea typeface="Roboto" pitchFamily="34" charset="-122"/>
                <a:cs typeface="Times New Roman" panose="02020603050405020304" pitchFamily="18" charset="0"/>
              </a:rPr>
              <a:t>Đăng nhập vào ứng dụng</a:t>
            </a:r>
            <a:endParaRPr lang="en-US" sz="1400" dirty="0">
              <a:latin typeface="Times New Roman" panose="02020603050405020304" pitchFamily="18" charset="0"/>
              <a:cs typeface="Times New Roman" panose="02020603050405020304" pitchFamily="18" charset="0"/>
            </a:endParaRPr>
          </a:p>
        </p:txBody>
      </p:sp>
      <p:sp>
        <p:nvSpPr>
          <p:cNvPr id="117" name="Shape 8">
            <a:extLst>
              <a:ext uri="{FF2B5EF4-FFF2-40B4-BE49-F238E27FC236}">
                <a16:creationId xmlns:a16="http://schemas.microsoft.com/office/drawing/2014/main" id="{FBFE506C-45E7-ABAC-E9F2-D1887896F17B}"/>
              </a:ext>
            </a:extLst>
          </p:cNvPr>
          <p:cNvSpPr/>
          <p:nvPr/>
        </p:nvSpPr>
        <p:spPr>
          <a:xfrm>
            <a:off x="343910" y="1758552"/>
            <a:ext cx="9166449" cy="536496"/>
          </a:xfrm>
          <a:prstGeom prst="rect">
            <a:avLst/>
          </a:prstGeom>
          <a:solidFill>
            <a:srgbClr val="FFFFFF">
              <a:alpha val="4000"/>
            </a:srgbClr>
          </a:solidFill>
          <a:ln/>
        </p:spPr>
        <p:txBody>
          <a:bodyPr/>
          <a:lstStyle/>
          <a:p>
            <a:endParaRPr lang="en-US" sz="1400">
              <a:latin typeface="Times New Roman" panose="02020603050405020304" pitchFamily="18" charset="0"/>
              <a:cs typeface="Times New Roman" panose="02020603050405020304" pitchFamily="18" charset="0"/>
            </a:endParaRPr>
          </a:p>
        </p:txBody>
      </p:sp>
      <p:sp>
        <p:nvSpPr>
          <p:cNvPr id="118" name="Text 9">
            <a:extLst>
              <a:ext uri="{FF2B5EF4-FFF2-40B4-BE49-F238E27FC236}">
                <a16:creationId xmlns:a16="http://schemas.microsoft.com/office/drawing/2014/main" id="{63840546-68C9-71D6-0109-23FC3D7AB9CC}"/>
              </a:ext>
            </a:extLst>
          </p:cNvPr>
          <p:cNvSpPr/>
          <p:nvPr/>
        </p:nvSpPr>
        <p:spPr>
          <a:xfrm>
            <a:off x="545960" y="1874043"/>
            <a:ext cx="2466796" cy="305514"/>
          </a:xfrm>
          <a:prstGeom prst="rect">
            <a:avLst/>
          </a:prstGeom>
          <a:noFill/>
          <a:ln/>
        </p:spPr>
        <p:txBody>
          <a:bodyPr wrap="none" lIns="0" tIns="0" rIns="0" bIns="0" rtlCol="0" anchor="t"/>
          <a:lstStyle/>
          <a:p>
            <a:pPr marL="0" indent="0" algn="l">
              <a:lnSpc>
                <a:spcPts val="2400"/>
              </a:lnSpc>
              <a:buNone/>
            </a:pPr>
            <a:r>
              <a:rPr lang="en-US" sz="1400" dirty="0">
                <a:solidFill>
                  <a:srgbClr val="15213F"/>
                </a:solidFill>
                <a:latin typeface="Times New Roman" panose="02020603050405020304" pitchFamily="18" charset="0"/>
                <a:ea typeface="Roboto" pitchFamily="34" charset="-122"/>
                <a:cs typeface="Times New Roman" panose="02020603050405020304" pitchFamily="18" charset="0"/>
              </a:rPr>
              <a:t>FormDangKy</a:t>
            </a:r>
            <a:endParaRPr lang="en-US" sz="1400" dirty="0">
              <a:latin typeface="Times New Roman" panose="02020603050405020304" pitchFamily="18" charset="0"/>
              <a:cs typeface="Times New Roman" panose="02020603050405020304" pitchFamily="18" charset="0"/>
            </a:endParaRPr>
          </a:p>
        </p:txBody>
      </p:sp>
      <p:sp>
        <p:nvSpPr>
          <p:cNvPr id="119" name="Text 10">
            <a:extLst>
              <a:ext uri="{FF2B5EF4-FFF2-40B4-BE49-F238E27FC236}">
                <a16:creationId xmlns:a16="http://schemas.microsoft.com/office/drawing/2014/main" id="{CBED7922-EACB-2233-F84A-E84E3BC3D3A5}"/>
              </a:ext>
            </a:extLst>
          </p:cNvPr>
          <p:cNvSpPr/>
          <p:nvPr/>
        </p:nvSpPr>
        <p:spPr>
          <a:xfrm>
            <a:off x="4510026" y="1874043"/>
            <a:ext cx="6133426" cy="305514"/>
          </a:xfrm>
          <a:prstGeom prst="rect">
            <a:avLst/>
          </a:prstGeom>
          <a:noFill/>
          <a:ln/>
        </p:spPr>
        <p:txBody>
          <a:bodyPr wrap="none" lIns="0" tIns="0" rIns="0" bIns="0" rtlCol="0" anchor="t"/>
          <a:lstStyle/>
          <a:p>
            <a:pPr marL="0" indent="0" algn="l">
              <a:lnSpc>
                <a:spcPts val="2400"/>
              </a:lnSpc>
              <a:buNone/>
            </a:pPr>
            <a:r>
              <a:rPr lang="en-US" sz="1400" dirty="0">
                <a:solidFill>
                  <a:srgbClr val="15213F"/>
                </a:solidFill>
                <a:latin typeface="Times New Roman" panose="02020603050405020304" pitchFamily="18" charset="0"/>
                <a:ea typeface="Roboto" pitchFamily="34" charset="-122"/>
                <a:cs typeface="Times New Roman" panose="02020603050405020304" pitchFamily="18" charset="0"/>
              </a:rPr>
              <a:t>Đăng ký tài khoản mới</a:t>
            </a:r>
            <a:endParaRPr lang="en-US" sz="1400" dirty="0">
              <a:latin typeface="Times New Roman" panose="02020603050405020304" pitchFamily="18" charset="0"/>
              <a:cs typeface="Times New Roman" panose="02020603050405020304" pitchFamily="18" charset="0"/>
            </a:endParaRPr>
          </a:p>
        </p:txBody>
      </p:sp>
      <p:sp>
        <p:nvSpPr>
          <p:cNvPr id="120" name="Shape 11">
            <a:extLst>
              <a:ext uri="{FF2B5EF4-FFF2-40B4-BE49-F238E27FC236}">
                <a16:creationId xmlns:a16="http://schemas.microsoft.com/office/drawing/2014/main" id="{1AEE5511-8C14-3E17-C476-8B50F02C614D}"/>
              </a:ext>
            </a:extLst>
          </p:cNvPr>
          <p:cNvSpPr/>
          <p:nvPr/>
        </p:nvSpPr>
        <p:spPr>
          <a:xfrm>
            <a:off x="343910" y="2295048"/>
            <a:ext cx="9166449" cy="536496"/>
          </a:xfrm>
          <a:prstGeom prst="rect">
            <a:avLst/>
          </a:prstGeom>
          <a:solidFill>
            <a:srgbClr val="000000">
              <a:alpha val="4000"/>
            </a:srgbClr>
          </a:solidFill>
          <a:ln/>
        </p:spPr>
        <p:txBody>
          <a:bodyPr/>
          <a:lstStyle/>
          <a:p>
            <a:endParaRPr lang="en-US" sz="1400">
              <a:latin typeface="Times New Roman" panose="02020603050405020304" pitchFamily="18" charset="0"/>
              <a:cs typeface="Times New Roman" panose="02020603050405020304" pitchFamily="18" charset="0"/>
            </a:endParaRPr>
          </a:p>
        </p:txBody>
      </p:sp>
      <p:sp>
        <p:nvSpPr>
          <p:cNvPr id="121" name="Text 12">
            <a:extLst>
              <a:ext uri="{FF2B5EF4-FFF2-40B4-BE49-F238E27FC236}">
                <a16:creationId xmlns:a16="http://schemas.microsoft.com/office/drawing/2014/main" id="{8AD3730F-DA9B-D659-9953-E0EADC4D5199}"/>
              </a:ext>
            </a:extLst>
          </p:cNvPr>
          <p:cNvSpPr/>
          <p:nvPr/>
        </p:nvSpPr>
        <p:spPr>
          <a:xfrm>
            <a:off x="545960" y="2410539"/>
            <a:ext cx="2466796" cy="305514"/>
          </a:xfrm>
          <a:prstGeom prst="rect">
            <a:avLst/>
          </a:prstGeom>
          <a:noFill/>
          <a:ln/>
        </p:spPr>
        <p:txBody>
          <a:bodyPr wrap="none" lIns="0" tIns="0" rIns="0" bIns="0" rtlCol="0" anchor="t"/>
          <a:lstStyle/>
          <a:p>
            <a:pPr marL="0" indent="0" algn="l">
              <a:lnSpc>
                <a:spcPts val="2400"/>
              </a:lnSpc>
              <a:buNone/>
            </a:pPr>
            <a:r>
              <a:rPr lang="en-US" sz="1400" dirty="0" err="1">
                <a:solidFill>
                  <a:srgbClr val="15213F"/>
                </a:solidFill>
                <a:latin typeface="Times New Roman" panose="02020603050405020304" pitchFamily="18" charset="0"/>
                <a:ea typeface="Roboto" pitchFamily="34" charset="-122"/>
                <a:cs typeface="Times New Roman" panose="02020603050405020304" pitchFamily="18" charset="0"/>
              </a:rPr>
              <a:t>FormMain</a:t>
            </a:r>
            <a:endParaRPr lang="en-US" sz="1400" dirty="0">
              <a:latin typeface="Times New Roman" panose="02020603050405020304" pitchFamily="18" charset="0"/>
              <a:cs typeface="Times New Roman" panose="02020603050405020304" pitchFamily="18" charset="0"/>
            </a:endParaRPr>
          </a:p>
        </p:txBody>
      </p:sp>
      <p:sp>
        <p:nvSpPr>
          <p:cNvPr id="122" name="Text 13">
            <a:extLst>
              <a:ext uri="{FF2B5EF4-FFF2-40B4-BE49-F238E27FC236}">
                <a16:creationId xmlns:a16="http://schemas.microsoft.com/office/drawing/2014/main" id="{830ED209-0A11-9CAD-3C29-5EC93F1BE951}"/>
              </a:ext>
            </a:extLst>
          </p:cNvPr>
          <p:cNvSpPr/>
          <p:nvPr/>
        </p:nvSpPr>
        <p:spPr>
          <a:xfrm>
            <a:off x="4510026" y="2410539"/>
            <a:ext cx="6133426" cy="305514"/>
          </a:xfrm>
          <a:prstGeom prst="rect">
            <a:avLst/>
          </a:prstGeom>
          <a:noFill/>
          <a:ln/>
        </p:spPr>
        <p:txBody>
          <a:bodyPr wrap="none" lIns="0" tIns="0" rIns="0" bIns="0" rtlCol="0" anchor="t"/>
          <a:lstStyle/>
          <a:p>
            <a:pPr marL="0" indent="0" algn="l">
              <a:lnSpc>
                <a:spcPts val="2400"/>
              </a:lnSpc>
              <a:buNone/>
            </a:pPr>
            <a:r>
              <a:rPr lang="en-US" sz="1400" dirty="0">
                <a:solidFill>
                  <a:srgbClr val="15213F"/>
                </a:solidFill>
                <a:latin typeface="Times New Roman" panose="02020603050405020304" pitchFamily="18" charset="0"/>
                <a:ea typeface="Roboto" pitchFamily="34" charset="-122"/>
                <a:cs typeface="Times New Roman" panose="02020603050405020304" pitchFamily="18" charset="0"/>
              </a:rPr>
              <a:t>Trang chủ với menu điều hướng</a:t>
            </a:r>
            <a:endParaRPr lang="en-US" sz="1400" dirty="0">
              <a:latin typeface="Times New Roman" panose="02020603050405020304" pitchFamily="18" charset="0"/>
              <a:cs typeface="Times New Roman" panose="02020603050405020304" pitchFamily="18" charset="0"/>
            </a:endParaRPr>
          </a:p>
        </p:txBody>
      </p:sp>
      <p:sp>
        <p:nvSpPr>
          <p:cNvPr id="123" name="Shape 14">
            <a:extLst>
              <a:ext uri="{FF2B5EF4-FFF2-40B4-BE49-F238E27FC236}">
                <a16:creationId xmlns:a16="http://schemas.microsoft.com/office/drawing/2014/main" id="{CD7EA835-A9EC-461B-3FCB-9A9FAED43194}"/>
              </a:ext>
            </a:extLst>
          </p:cNvPr>
          <p:cNvSpPr/>
          <p:nvPr/>
        </p:nvSpPr>
        <p:spPr>
          <a:xfrm>
            <a:off x="343910" y="2831544"/>
            <a:ext cx="9166449" cy="536496"/>
          </a:xfrm>
          <a:prstGeom prst="rect">
            <a:avLst/>
          </a:prstGeom>
          <a:solidFill>
            <a:srgbClr val="FFFFFF">
              <a:alpha val="4000"/>
            </a:srgbClr>
          </a:solidFill>
          <a:ln/>
        </p:spPr>
        <p:txBody>
          <a:bodyPr/>
          <a:lstStyle/>
          <a:p>
            <a:endParaRPr lang="en-US" sz="1400">
              <a:latin typeface="Times New Roman" panose="02020603050405020304" pitchFamily="18" charset="0"/>
              <a:cs typeface="Times New Roman" panose="02020603050405020304" pitchFamily="18" charset="0"/>
            </a:endParaRPr>
          </a:p>
        </p:txBody>
      </p:sp>
      <p:sp>
        <p:nvSpPr>
          <p:cNvPr id="124" name="Text 15">
            <a:extLst>
              <a:ext uri="{FF2B5EF4-FFF2-40B4-BE49-F238E27FC236}">
                <a16:creationId xmlns:a16="http://schemas.microsoft.com/office/drawing/2014/main" id="{F2A3EACE-D282-E43C-FF67-CF321D0350FE}"/>
              </a:ext>
            </a:extLst>
          </p:cNvPr>
          <p:cNvSpPr/>
          <p:nvPr/>
        </p:nvSpPr>
        <p:spPr>
          <a:xfrm>
            <a:off x="545960" y="2947034"/>
            <a:ext cx="2466796" cy="305514"/>
          </a:xfrm>
          <a:prstGeom prst="rect">
            <a:avLst/>
          </a:prstGeom>
          <a:noFill/>
          <a:ln/>
        </p:spPr>
        <p:txBody>
          <a:bodyPr wrap="none" lIns="0" tIns="0" rIns="0" bIns="0" rtlCol="0" anchor="t"/>
          <a:lstStyle/>
          <a:p>
            <a:pPr marL="0" indent="0" algn="l">
              <a:lnSpc>
                <a:spcPts val="2400"/>
              </a:lnSpc>
              <a:buNone/>
            </a:pPr>
            <a:r>
              <a:rPr lang="en-US" sz="1400" dirty="0">
                <a:solidFill>
                  <a:srgbClr val="15213F"/>
                </a:solidFill>
                <a:latin typeface="Times New Roman" panose="02020603050405020304" pitchFamily="18" charset="0"/>
                <a:ea typeface="Roboto" pitchFamily="34" charset="-122"/>
                <a:cs typeface="Times New Roman" panose="02020603050405020304" pitchFamily="18" charset="0"/>
              </a:rPr>
              <a:t>FormChiTieu</a:t>
            </a:r>
            <a:endParaRPr lang="en-US" sz="1400" dirty="0">
              <a:latin typeface="Times New Roman" panose="02020603050405020304" pitchFamily="18" charset="0"/>
              <a:cs typeface="Times New Roman" panose="02020603050405020304" pitchFamily="18" charset="0"/>
            </a:endParaRPr>
          </a:p>
        </p:txBody>
      </p:sp>
      <p:sp>
        <p:nvSpPr>
          <p:cNvPr id="125" name="Text 16">
            <a:extLst>
              <a:ext uri="{FF2B5EF4-FFF2-40B4-BE49-F238E27FC236}">
                <a16:creationId xmlns:a16="http://schemas.microsoft.com/office/drawing/2014/main" id="{14EC7216-FA65-9201-69A8-B5618A60531B}"/>
              </a:ext>
            </a:extLst>
          </p:cNvPr>
          <p:cNvSpPr/>
          <p:nvPr/>
        </p:nvSpPr>
        <p:spPr>
          <a:xfrm>
            <a:off x="4510026" y="2947034"/>
            <a:ext cx="6133426" cy="305514"/>
          </a:xfrm>
          <a:prstGeom prst="rect">
            <a:avLst/>
          </a:prstGeom>
          <a:noFill/>
          <a:ln/>
        </p:spPr>
        <p:txBody>
          <a:bodyPr wrap="none" lIns="0" tIns="0" rIns="0" bIns="0" rtlCol="0" anchor="t"/>
          <a:lstStyle/>
          <a:p>
            <a:pPr marL="0" indent="0" algn="l">
              <a:lnSpc>
                <a:spcPts val="2400"/>
              </a:lnSpc>
              <a:buNone/>
            </a:pPr>
            <a:r>
              <a:rPr lang="en-US" sz="1400" dirty="0">
                <a:solidFill>
                  <a:srgbClr val="15213F"/>
                </a:solidFill>
                <a:latin typeface="Times New Roman" panose="02020603050405020304" pitchFamily="18" charset="0"/>
                <a:ea typeface="Roboto" pitchFamily="34" charset="-122"/>
                <a:cs typeface="Times New Roman" panose="02020603050405020304" pitchFamily="18" charset="0"/>
              </a:rPr>
              <a:t>Quản lý chi tiêu</a:t>
            </a:r>
            <a:endParaRPr lang="en-US" sz="1400" dirty="0">
              <a:latin typeface="Times New Roman" panose="02020603050405020304" pitchFamily="18" charset="0"/>
              <a:cs typeface="Times New Roman" panose="02020603050405020304" pitchFamily="18" charset="0"/>
            </a:endParaRPr>
          </a:p>
        </p:txBody>
      </p:sp>
      <p:sp>
        <p:nvSpPr>
          <p:cNvPr id="126" name="Shape 17">
            <a:extLst>
              <a:ext uri="{FF2B5EF4-FFF2-40B4-BE49-F238E27FC236}">
                <a16:creationId xmlns:a16="http://schemas.microsoft.com/office/drawing/2014/main" id="{7677DEE1-DE45-3D8C-C3F6-04C5A3CCE68D}"/>
              </a:ext>
            </a:extLst>
          </p:cNvPr>
          <p:cNvSpPr/>
          <p:nvPr/>
        </p:nvSpPr>
        <p:spPr>
          <a:xfrm>
            <a:off x="343910" y="3368039"/>
            <a:ext cx="9166449" cy="536496"/>
          </a:xfrm>
          <a:prstGeom prst="rect">
            <a:avLst/>
          </a:prstGeom>
          <a:solidFill>
            <a:srgbClr val="000000">
              <a:alpha val="4000"/>
            </a:srgbClr>
          </a:solidFill>
          <a:ln/>
        </p:spPr>
        <p:txBody>
          <a:bodyPr/>
          <a:lstStyle/>
          <a:p>
            <a:endParaRPr lang="en-US" sz="1400">
              <a:latin typeface="Times New Roman" panose="02020603050405020304" pitchFamily="18" charset="0"/>
              <a:cs typeface="Times New Roman" panose="02020603050405020304" pitchFamily="18" charset="0"/>
            </a:endParaRPr>
          </a:p>
        </p:txBody>
      </p:sp>
      <p:sp>
        <p:nvSpPr>
          <p:cNvPr id="127" name="Text 18">
            <a:extLst>
              <a:ext uri="{FF2B5EF4-FFF2-40B4-BE49-F238E27FC236}">
                <a16:creationId xmlns:a16="http://schemas.microsoft.com/office/drawing/2014/main" id="{07DACC71-7830-AB77-9C81-99527C182CD1}"/>
              </a:ext>
            </a:extLst>
          </p:cNvPr>
          <p:cNvSpPr/>
          <p:nvPr/>
        </p:nvSpPr>
        <p:spPr>
          <a:xfrm>
            <a:off x="545960" y="3483530"/>
            <a:ext cx="2466796" cy="305514"/>
          </a:xfrm>
          <a:prstGeom prst="rect">
            <a:avLst/>
          </a:prstGeom>
          <a:noFill/>
          <a:ln/>
        </p:spPr>
        <p:txBody>
          <a:bodyPr wrap="none" lIns="0" tIns="0" rIns="0" bIns="0" rtlCol="0" anchor="t"/>
          <a:lstStyle/>
          <a:p>
            <a:pPr marL="0" indent="0" algn="l">
              <a:lnSpc>
                <a:spcPts val="2400"/>
              </a:lnSpc>
              <a:buNone/>
            </a:pPr>
            <a:r>
              <a:rPr lang="en-US" sz="1400" dirty="0">
                <a:solidFill>
                  <a:srgbClr val="15213F"/>
                </a:solidFill>
                <a:latin typeface="Times New Roman" panose="02020603050405020304" pitchFamily="18" charset="0"/>
                <a:ea typeface="Roboto" pitchFamily="34" charset="-122"/>
                <a:cs typeface="Times New Roman" panose="02020603050405020304" pitchFamily="18" charset="0"/>
              </a:rPr>
              <a:t>FormThuNhap</a:t>
            </a:r>
            <a:endParaRPr lang="en-US" sz="1400" dirty="0">
              <a:latin typeface="Times New Roman" panose="02020603050405020304" pitchFamily="18" charset="0"/>
              <a:cs typeface="Times New Roman" panose="02020603050405020304" pitchFamily="18" charset="0"/>
            </a:endParaRPr>
          </a:p>
        </p:txBody>
      </p:sp>
      <p:sp>
        <p:nvSpPr>
          <p:cNvPr id="128" name="Text 19">
            <a:extLst>
              <a:ext uri="{FF2B5EF4-FFF2-40B4-BE49-F238E27FC236}">
                <a16:creationId xmlns:a16="http://schemas.microsoft.com/office/drawing/2014/main" id="{2F8176E2-9E29-4E16-1A26-AA8D9BB0D906}"/>
              </a:ext>
            </a:extLst>
          </p:cNvPr>
          <p:cNvSpPr/>
          <p:nvPr/>
        </p:nvSpPr>
        <p:spPr>
          <a:xfrm>
            <a:off x="4510026" y="3483530"/>
            <a:ext cx="6133426" cy="305514"/>
          </a:xfrm>
          <a:prstGeom prst="rect">
            <a:avLst/>
          </a:prstGeom>
          <a:noFill/>
          <a:ln/>
        </p:spPr>
        <p:txBody>
          <a:bodyPr wrap="none" lIns="0" tIns="0" rIns="0" bIns="0" rtlCol="0" anchor="t"/>
          <a:lstStyle/>
          <a:p>
            <a:pPr marL="0" indent="0" algn="l">
              <a:lnSpc>
                <a:spcPts val="2400"/>
              </a:lnSpc>
              <a:buNone/>
            </a:pPr>
            <a:r>
              <a:rPr lang="en-US" sz="1400" dirty="0">
                <a:solidFill>
                  <a:srgbClr val="15213F"/>
                </a:solidFill>
                <a:latin typeface="Times New Roman" panose="02020603050405020304" pitchFamily="18" charset="0"/>
                <a:ea typeface="Roboto" pitchFamily="34" charset="-122"/>
                <a:cs typeface="Times New Roman" panose="02020603050405020304" pitchFamily="18" charset="0"/>
              </a:rPr>
              <a:t>Quản lý thu nhập</a:t>
            </a:r>
            <a:endParaRPr lang="en-US" sz="1400" dirty="0">
              <a:latin typeface="Times New Roman" panose="02020603050405020304" pitchFamily="18" charset="0"/>
              <a:cs typeface="Times New Roman" panose="02020603050405020304" pitchFamily="18" charset="0"/>
            </a:endParaRPr>
          </a:p>
        </p:txBody>
      </p:sp>
      <p:sp>
        <p:nvSpPr>
          <p:cNvPr id="129" name="Shape 20">
            <a:extLst>
              <a:ext uri="{FF2B5EF4-FFF2-40B4-BE49-F238E27FC236}">
                <a16:creationId xmlns:a16="http://schemas.microsoft.com/office/drawing/2014/main" id="{E74C294B-71ED-153B-F5C4-07039009E1E5}"/>
              </a:ext>
            </a:extLst>
          </p:cNvPr>
          <p:cNvSpPr/>
          <p:nvPr/>
        </p:nvSpPr>
        <p:spPr>
          <a:xfrm>
            <a:off x="343910" y="3904535"/>
            <a:ext cx="9166449" cy="536496"/>
          </a:xfrm>
          <a:prstGeom prst="rect">
            <a:avLst/>
          </a:prstGeom>
          <a:solidFill>
            <a:srgbClr val="FFFFFF">
              <a:alpha val="4000"/>
            </a:srgbClr>
          </a:solidFill>
          <a:ln/>
        </p:spPr>
        <p:txBody>
          <a:bodyPr/>
          <a:lstStyle/>
          <a:p>
            <a:endParaRPr lang="en-US" sz="1400">
              <a:latin typeface="Times New Roman" panose="02020603050405020304" pitchFamily="18" charset="0"/>
              <a:cs typeface="Times New Roman" panose="02020603050405020304" pitchFamily="18" charset="0"/>
            </a:endParaRPr>
          </a:p>
        </p:txBody>
      </p:sp>
      <p:sp>
        <p:nvSpPr>
          <p:cNvPr id="130" name="Text 21">
            <a:extLst>
              <a:ext uri="{FF2B5EF4-FFF2-40B4-BE49-F238E27FC236}">
                <a16:creationId xmlns:a16="http://schemas.microsoft.com/office/drawing/2014/main" id="{CADADF50-78A4-B9F7-C96A-9FDDA815ABA2}"/>
              </a:ext>
            </a:extLst>
          </p:cNvPr>
          <p:cNvSpPr/>
          <p:nvPr/>
        </p:nvSpPr>
        <p:spPr>
          <a:xfrm>
            <a:off x="545960" y="4020026"/>
            <a:ext cx="2466796" cy="305514"/>
          </a:xfrm>
          <a:prstGeom prst="rect">
            <a:avLst/>
          </a:prstGeom>
          <a:noFill/>
          <a:ln/>
        </p:spPr>
        <p:txBody>
          <a:bodyPr wrap="none" lIns="0" tIns="0" rIns="0" bIns="0" rtlCol="0" anchor="t"/>
          <a:lstStyle/>
          <a:p>
            <a:pPr marL="0" indent="0" algn="l">
              <a:lnSpc>
                <a:spcPts val="2400"/>
              </a:lnSpc>
              <a:buNone/>
            </a:pPr>
            <a:r>
              <a:rPr lang="vi-VN" sz="1400" dirty="0" err="1">
                <a:solidFill>
                  <a:srgbClr val="15213F"/>
                </a:solidFill>
                <a:latin typeface="Times New Roman" panose="02020603050405020304" pitchFamily="18" charset="0"/>
                <a:ea typeface="Roboto" pitchFamily="34" charset="-122"/>
                <a:cs typeface="Times New Roman" panose="02020603050405020304" pitchFamily="18" charset="0"/>
              </a:rPr>
              <a:t>FormTaiKhoan</a:t>
            </a:r>
            <a:endParaRPr lang="en-US" sz="1400" dirty="0">
              <a:latin typeface="Times New Roman" panose="02020603050405020304" pitchFamily="18" charset="0"/>
              <a:cs typeface="Times New Roman" panose="02020603050405020304" pitchFamily="18" charset="0"/>
            </a:endParaRPr>
          </a:p>
        </p:txBody>
      </p:sp>
      <p:sp>
        <p:nvSpPr>
          <p:cNvPr id="131" name="Text 22">
            <a:extLst>
              <a:ext uri="{FF2B5EF4-FFF2-40B4-BE49-F238E27FC236}">
                <a16:creationId xmlns:a16="http://schemas.microsoft.com/office/drawing/2014/main" id="{BB5ACDB2-1CC6-6EE0-B08B-A89B5D5C3EDC}"/>
              </a:ext>
            </a:extLst>
          </p:cNvPr>
          <p:cNvSpPr/>
          <p:nvPr/>
        </p:nvSpPr>
        <p:spPr>
          <a:xfrm>
            <a:off x="4510026" y="4020026"/>
            <a:ext cx="6133426" cy="305514"/>
          </a:xfrm>
          <a:prstGeom prst="rect">
            <a:avLst/>
          </a:prstGeom>
          <a:noFill/>
          <a:ln/>
        </p:spPr>
        <p:txBody>
          <a:bodyPr wrap="none" lIns="0" tIns="0" rIns="0" bIns="0" rtlCol="0" anchor="t"/>
          <a:lstStyle/>
          <a:p>
            <a:pPr marL="0" indent="0" algn="l">
              <a:lnSpc>
                <a:spcPts val="2400"/>
              </a:lnSpc>
              <a:buNone/>
            </a:pPr>
            <a:r>
              <a:rPr lang="en-US" sz="1400" dirty="0">
                <a:solidFill>
                  <a:srgbClr val="15213F"/>
                </a:solidFill>
                <a:latin typeface="Times New Roman" panose="02020603050405020304" pitchFamily="18" charset="0"/>
                <a:ea typeface="Roboto" pitchFamily="34" charset="-122"/>
                <a:cs typeface="Times New Roman" panose="02020603050405020304" pitchFamily="18" charset="0"/>
              </a:rPr>
              <a:t>Quản </a:t>
            </a:r>
            <a:r>
              <a:rPr lang="en-US" sz="1400" dirty="0" err="1">
                <a:solidFill>
                  <a:srgbClr val="15213F"/>
                </a:solidFill>
                <a:latin typeface="Times New Roman" panose="02020603050405020304" pitchFamily="18" charset="0"/>
                <a:ea typeface="Roboto" pitchFamily="34" charset="-122"/>
                <a:cs typeface="Times New Roman" panose="02020603050405020304" pitchFamily="18" charset="0"/>
              </a:rPr>
              <a:t>lý</a:t>
            </a:r>
            <a:r>
              <a:rPr lang="en-US" sz="1400" dirty="0">
                <a:solidFill>
                  <a:srgbClr val="15213F"/>
                </a:solidFill>
                <a:latin typeface="Times New Roman" panose="02020603050405020304" pitchFamily="18" charset="0"/>
                <a:ea typeface="Roboto" pitchFamily="34" charset="-122"/>
                <a:cs typeface="Times New Roman" panose="02020603050405020304" pitchFamily="18" charset="0"/>
              </a:rPr>
              <a:t> </a:t>
            </a:r>
            <a:r>
              <a:rPr lang="vi-VN" sz="1400" dirty="0">
                <a:solidFill>
                  <a:srgbClr val="15213F"/>
                </a:solidFill>
                <a:latin typeface="Times New Roman" panose="02020603050405020304" pitchFamily="18" charset="0"/>
                <a:ea typeface="Roboto" pitchFamily="34" charset="-122"/>
                <a:cs typeface="Times New Roman" panose="02020603050405020304" pitchFamily="18" charset="0"/>
              </a:rPr>
              <a:t>các tài khoản người dùng</a:t>
            </a:r>
            <a:endParaRPr lang="en-US" sz="1400" dirty="0">
              <a:latin typeface="Times New Roman" panose="02020603050405020304" pitchFamily="18" charset="0"/>
              <a:cs typeface="Times New Roman" panose="02020603050405020304" pitchFamily="18" charset="0"/>
            </a:endParaRPr>
          </a:p>
        </p:txBody>
      </p:sp>
      <p:sp>
        <p:nvSpPr>
          <p:cNvPr id="132" name="Shape 23">
            <a:extLst>
              <a:ext uri="{FF2B5EF4-FFF2-40B4-BE49-F238E27FC236}">
                <a16:creationId xmlns:a16="http://schemas.microsoft.com/office/drawing/2014/main" id="{DE9DC1A7-C075-6948-D8AA-3ADD680DC6DD}"/>
              </a:ext>
            </a:extLst>
          </p:cNvPr>
          <p:cNvSpPr/>
          <p:nvPr/>
        </p:nvSpPr>
        <p:spPr>
          <a:xfrm>
            <a:off x="343910" y="4441031"/>
            <a:ext cx="9166449" cy="536496"/>
          </a:xfrm>
          <a:prstGeom prst="rect">
            <a:avLst/>
          </a:prstGeom>
          <a:solidFill>
            <a:srgbClr val="000000">
              <a:alpha val="4000"/>
            </a:srgbClr>
          </a:solidFill>
          <a:ln/>
        </p:spPr>
        <p:txBody>
          <a:bodyPr/>
          <a:lstStyle/>
          <a:p>
            <a:endParaRPr lang="en-US" sz="1400">
              <a:latin typeface="Times New Roman" panose="02020603050405020304" pitchFamily="18" charset="0"/>
              <a:cs typeface="Times New Roman" panose="02020603050405020304" pitchFamily="18" charset="0"/>
            </a:endParaRPr>
          </a:p>
        </p:txBody>
      </p:sp>
      <p:sp>
        <p:nvSpPr>
          <p:cNvPr id="133" name="Text 24">
            <a:extLst>
              <a:ext uri="{FF2B5EF4-FFF2-40B4-BE49-F238E27FC236}">
                <a16:creationId xmlns:a16="http://schemas.microsoft.com/office/drawing/2014/main" id="{7956679E-9DB3-4496-9703-C247FC9D0698}"/>
              </a:ext>
            </a:extLst>
          </p:cNvPr>
          <p:cNvSpPr/>
          <p:nvPr/>
        </p:nvSpPr>
        <p:spPr>
          <a:xfrm>
            <a:off x="545960" y="4556521"/>
            <a:ext cx="2466796" cy="305514"/>
          </a:xfrm>
          <a:prstGeom prst="rect">
            <a:avLst/>
          </a:prstGeom>
          <a:noFill/>
          <a:ln/>
        </p:spPr>
        <p:txBody>
          <a:bodyPr wrap="none" lIns="0" tIns="0" rIns="0" bIns="0" rtlCol="0" anchor="t"/>
          <a:lstStyle/>
          <a:p>
            <a:pPr marL="0" indent="0" algn="l">
              <a:lnSpc>
                <a:spcPts val="2400"/>
              </a:lnSpc>
              <a:buNone/>
            </a:pPr>
            <a:r>
              <a:rPr lang="vi-VN" sz="1400" dirty="0">
                <a:solidFill>
                  <a:srgbClr val="15213F"/>
                </a:solidFill>
                <a:latin typeface="Times New Roman" panose="02020603050405020304" pitchFamily="18" charset="0"/>
                <a:ea typeface="Roboto" pitchFamily="34" charset="-122"/>
                <a:cs typeface="Times New Roman" panose="02020603050405020304" pitchFamily="18" charset="0"/>
              </a:rPr>
              <a:t>FormKhoanVay</a:t>
            </a:r>
            <a:endParaRPr lang="en-US" sz="1400" dirty="0">
              <a:latin typeface="Times New Roman" panose="02020603050405020304" pitchFamily="18" charset="0"/>
              <a:cs typeface="Times New Roman" panose="02020603050405020304" pitchFamily="18" charset="0"/>
            </a:endParaRPr>
          </a:p>
        </p:txBody>
      </p:sp>
      <p:sp>
        <p:nvSpPr>
          <p:cNvPr id="134" name="Text 25">
            <a:extLst>
              <a:ext uri="{FF2B5EF4-FFF2-40B4-BE49-F238E27FC236}">
                <a16:creationId xmlns:a16="http://schemas.microsoft.com/office/drawing/2014/main" id="{8D45A4EE-C9DD-2956-C0AD-F8715F86D8E6}"/>
              </a:ext>
            </a:extLst>
          </p:cNvPr>
          <p:cNvSpPr/>
          <p:nvPr/>
        </p:nvSpPr>
        <p:spPr>
          <a:xfrm>
            <a:off x="4510026" y="4556521"/>
            <a:ext cx="6133426" cy="305514"/>
          </a:xfrm>
          <a:prstGeom prst="rect">
            <a:avLst/>
          </a:prstGeom>
          <a:noFill/>
          <a:ln/>
        </p:spPr>
        <p:txBody>
          <a:bodyPr wrap="none" lIns="0" tIns="0" rIns="0" bIns="0" rtlCol="0" anchor="t"/>
          <a:lstStyle/>
          <a:p>
            <a:pPr marL="0" indent="0" algn="l">
              <a:lnSpc>
                <a:spcPts val="2400"/>
              </a:lnSpc>
              <a:buNone/>
            </a:pPr>
            <a:r>
              <a:rPr lang="en-US" sz="1400" dirty="0">
                <a:solidFill>
                  <a:srgbClr val="15213F"/>
                </a:solidFill>
                <a:latin typeface="Times New Roman" panose="02020603050405020304" pitchFamily="18" charset="0"/>
                <a:ea typeface="Roboto" pitchFamily="34" charset="-122"/>
                <a:cs typeface="Times New Roman" panose="02020603050405020304" pitchFamily="18" charset="0"/>
              </a:rPr>
              <a:t>Thống </a:t>
            </a:r>
            <a:r>
              <a:rPr lang="en-US" sz="1400" dirty="0" err="1">
                <a:solidFill>
                  <a:srgbClr val="15213F"/>
                </a:solidFill>
                <a:latin typeface="Times New Roman" panose="02020603050405020304" pitchFamily="18" charset="0"/>
                <a:ea typeface="Roboto" pitchFamily="34" charset="-122"/>
                <a:cs typeface="Times New Roman" panose="02020603050405020304" pitchFamily="18" charset="0"/>
              </a:rPr>
              <a:t>kê</a:t>
            </a:r>
            <a:r>
              <a:rPr lang="en-US" sz="1400" dirty="0">
                <a:solidFill>
                  <a:srgbClr val="15213F"/>
                </a:solidFill>
                <a:latin typeface="Times New Roman" panose="02020603050405020304" pitchFamily="18" charset="0"/>
                <a:ea typeface="Roboto" pitchFamily="34" charset="-122"/>
                <a:cs typeface="Times New Roman" panose="02020603050405020304" pitchFamily="18" charset="0"/>
              </a:rPr>
              <a:t> </a:t>
            </a:r>
            <a:r>
              <a:rPr lang="vi-VN" sz="1400" dirty="0">
                <a:solidFill>
                  <a:srgbClr val="15213F"/>
                </a:solidFill>
                <a:latin typeface="Times New Roman" panose="02020603050405020304" pitchFamily="18" charset="0"/>
                <a:ea typeface="Roboto" pitchFamily="34" charset="-122"/>
                <a:cs typeface="Times New Roman" panose="02020603050405020304" pitchFamily="18" charset="0"/>
              </a:rPr>
              <a:t>khoản vay</a:t>
            </a:r>
            <a:endParaRPr lang="en-US" sz="1400" dirty="0">
              <a:latin typeface="Times New Roman" panose="02020603050405020304" pitchFamily="18" charset="0"/>
              <a:cs typeface="Times New Roman" panose="02020603050405020304" pitchFamily="18" charset="0"/>
            </a:endParaRPr>
          </a:p>
        </p:txBody>
      </p:sp>
      <p:sp>
        <p:nvSpPr>
          <p:cNvPr id="135" name="Shape 26">
            <a:extLst>
              <a:ext uri="{FF2B5EF4-FFF2-40B4-BE49-F238E27FC236}">
                <a16:creationId xmlns:a16="http://schemas.microsoft.com/office/drawing/2014/main" id="{F1CC7F4D-9230-D091-84A8-50B91028FC6A}"/>
              </a:ext>
            </a:extLst>
          </p:cNvPr>
          <p:cNvSpPr/>
          <p:nvPr/>
        </p:nvSpPr>
        <p:spPr>
          <a:xfrm>
            <a:off x="343910" y="4977526"/>
            <a:ext cx="9166449" cy="536496"/>
          </a:xfrm>
          <a:prstGeom prst="rect">
            <a:avLst/>
          </a:prstGeom>
          <a:solidFill>
            <a:srgbClr val="FFFFFF">
              <a:alpha val="4000"/>
            </a:srgbClr>
          </a:solidFill>
          <a:ln/>
        </p:spPr>
        <p:txBody>
          <a:bodyPr/>
          <a:lstStyle/>
          <a:p>
            <a:endParaRPr lang="en-US" sz="1400">
              <a:latin typeface="Times New Roman" panose="02020603050405020304" pitchFamily="18" charset="0"/>
              <a:cs typeface="Times New Roman" panose="02020603050405020304" pitchFamily="18" charset="0"/>
            </a:endParaRPr>
          </a:p>
        </p:txBody>
      </p:sp>
      <p:sp>
        <p:nvSpPr>
          <p:cNvPr id="136" name="Text 27">
            <a:extLst>
              <a:ext uri="{FF2B5EF4-FFF2-40B4-BE49-F238E27FC236}">
                <a16:creationId xmlns:a16="http://schemas.microsoft.com/office/drawing/2014/main" id="{752CA63C-33BD-D55F-2147-6AE910900B52}"/>
              </a:ext>
            </a:extLst>
          </p:cNvPr>
          <p:cNvSpPr/>
          <p:nvPr/>
        </p:nvSpPr>
        <p:spPr>
          <a:xfrm>
            <a:off x="545960" y="5093017"/>
            <a:ext cx="2466796" cy="305514"/>
          </a:xfrm>
          <a:prstGeom prst="rect">
            <a:avLst/>
          </a:prstGeom>
          <a:noFill/>
          <a:ln/>
        </p:spPr>
        <p:txBody>
          <a:bodyPr wrap="none" lIns="0" tIns="0" rIns="0" bIns="0" rtlCol="0" anchor="t"/>
          <a:lstStyle/>
          <a:p>
            <a:pPr marL="0" indent="0" algn="l">
              <a:lnSpc>
                <a:spcPts val="2400"/>
              </a:lnSpc>
              <a:buNone/>
            </a:pPr>
            <a:r>
              <a:rPr lang="vi-VN" sz="1400" dirty="0">
                <a:solidFill>
                  <a:srgbClr val="15213F"/>
                </a:solidFill>
                <a:latin typeface="Times New Roman" panose="02020603050405020304" pitchFamily="18" charset="0"/>
                <a:ea typeface="Roboto" pitchFamily="34" charset="-122"/>
                <a:cs typeface="Times New Roman" panose="02020603050405020304" pitchFamily="18" charset="0"/>
              </a:rPr>
              <a:t>FormTietKiem</a:t>
            </a:r>
            <a:endParaRPr lang="en-US" sz="1400" dirty="0">
              <a:latin typeface="Times New Roman" panose="02020603050405020304" pitchFamily="18" charset="0"/>
              <a:cs typeface="Times New Roman" panose="02020603050405020304" pitchFamily="18" charset="0"/>
            </a:endParaRPr>
          </a:p>
        </p:txBody>
      </p:sp>
      <p:sp>
        <p:nvSpPr>
          <p:cNvPr id="137" name="Text 28">
            <a:extLst>
              <a:ext uri="{FF2B5EF4-FFF2-40B4-BE49-F238E27FC236}">
                <a16:creationId xmlns:a16="http://schemas.microsoft.com/office/drawing/2014/main" id="{65FF23DE-4B9A-AAFD-CA8B-1C922B1C03EC}"/>
              </a:ext>
            </a:extLst>
          </p:cNvPr>
          <p:cNvSpPr/>
          <p:nvPr/>
        </p:nvSpPr>
        <p:spPr>
          <a:xfrm>
            <a:off x="4510026" y="5093017"/>
            <a:ext cx="6133426" cy="305514"/>
          </a:xfrm>
          <a:prstGeom prst="rect">
            <a:avLst/>
          </a:prstGeom>
          <a:noFill/>
          <a:ln/>
        </p:spPr>
        <p:txBody>
          <a:bodyPr wrap="none" lIns="0" tIns="0" rIns="0" bIns="0" rtlCol="0" anchor="t"/>
          <a:lstStyle/>
          <a:p>
            <a:pPr marL="0" indent="0" algn="l">
              <a:lnSpc>
                <a:spcPts val="2400"/>
              </a:lnSpc>
              <a:buNone/>
            </a:pPr>
            <a:r>
              <a:rPr lang="vi-VN" sz="1400" dirty="0">
                <a:solidFill>
                  <a:srgbClr val="15213F"/>
                </a:solidFill>
                <a:latin typeface="Times New Roman" panose="02020603050405020304" pitchFamily="18" charset="0"/>
                <a:ea typeface="Roboto" pitchFamily="34" charset="-122"/>
                <a:cs typeface="Times New Roman" panose="02020603050405020304" pitchFamily="18" charset="0"/>
              </a:rPr>
              <a:t>Quản lý tiết kiệm</a:t>
            </a:r>
            <a:endParaRPr lang="en-US" sz="1400" dirty="0">
              <a:latin typeface="Times New Roman" panose="02020603050405020304" pitchFamily="18" charset="0"/>
              <a:cs typeface="Times New Roman" panose="02020603050405020304" pitchFamily="18" charset="0"/>
            </a:endParaRPr>
          </a:p>
        </p:txBody>
      </p:sp>
      <p:sp>
        <p:nvSpPr>
          <p:cNvPr id="141" name="Shape 32">
            <a:extLst>
              <a:ext uri="{FF2B5EF4-FFF2-40B4-BE49-F238E27FC236}">
                <a16:creationId xmlns:a16="http://schemas.microsoft.com/office/drawing/2014/main" id="{DFF72A77-7F71-129E-EE57-8755BB849BF3}"/>
              </a:ext>
            </a:extLst>
          </p:cNvPr>
          <p:cNvSpPr/>
          <p:nvPr/>
        </p:nvSpPr>
        <p:spPr>
          <a:xfrm>
            <a:off x="336290" y="5520453"/>
            <a:ext cx="9166449" cy="536496"/>
          </a:xfrm>
          <a:prstGeom prst="rect">
            <a:avLst/>
          </a:prstGeom>
          <a:solidFill>
            <a:srgbClr val="FFFFFF">
              <a:alpha val="4000"/>
            </a:srgbClr>
          </a:solidFill>
          <a:ln/>
        </p:spPr>
        <p:txBody>
          <a:bodyPr/>
          <a:lstStyle/>
          <a:p>
            <a:endParaRPr lang="en-US" sz="1400">
              <a:latin typeface="Times New Roman" panose="02020603050405020304" pitchFamily="18" charset="0"/>
              <a:cs typeface="Times New Roman" panose="02020603050405020304" pitchFamily="18" charset="0"/>
            </a:endParaRPr>
          </a:p>
        </p:txBody>
      </p:sp>
      <p:sp>
        <p:nvSpPr>
          <p:cNvPr id="142" name="Text 33">
            <a:extLst>
              <a:ext uri="{FF2B5EF4-FFF2-40B4-BE49-F238E27FC236}">
                <a16:creationId xmlns:a16="http://schemas.microsoft.com/office/drawing/2014/main" id="{EE5CE600-52C4-D07C-40B8-A97A87B64056}"/>
              </a:ext>
            </a:extLst>
          </p:cNvPr>
          <p:cNvSpPr/>
          <p:nvPr/>
        </p:nvSpPr>
        <p:spPr>
          <a:xfrm>
            <a:off x="545960" y="5629512"/>
            <a:ext cx="2466796" cy="305514"/>
          </a:xfrm>
          <a:prstGeom prst="rect">
            <a:avLst/>
          </a:prstGeom>
          <a:noFill/>
          <a:ln/>
        </p:spPr>
        <p:txBody>
          <a:bodyPr wrap="none" lIns="0" tIns="0" rIns="0" bIns="0" rtlCol="0" anchor="t"/>
          <a:lstStyle/>
          <a:p>
            <a:pPr marL="0" indent="0" algn="l">
              <a:lnSpc>
                <a:spcPts val="2400"/>
              </a:lnSpc>
              <a:buNone/>
            </a:pPr>
            <a:r>
              <a:rPr lang="vi-VN" sz="1400" dirty="0">
                <a:solidFill>
                  <a:srgbClr val="15213F"/>
                </a:solidFill>
                <a:latin typeface="Times New Roman" panose="02020603050405020304" pitchFamily="18" charset="0"/>
                <a:ea typeface="Roboto" pitchFamily="34" charset="-122"/>
                <a:cs typeface="Times New Roman" panose="02020603050405020304" pitchFamily="18" charset="0"/>
              </a:rPr>
              <a:t>FormNhacNho</a:t>
            </a:r>
            <a:endParaRPr lang="en-US" sz="1400" dirty="0">
              <a:latin typeface="Times New Roman" panose="02020603050405020304" pitchFamily="18" charset="0"/>
              <a:cs typeface="Times New Roman" panose="02020603050405020304" pitchFamily="18" charset="0"/>
            </a:endParaRPr>
          </a:p>
        </p:txBody>
      </p:sp>
      <p:sp>
        <p:nvSpPr>
          <p:cNvPr id="143" name="Text 34">
            <a:extLst>
              <a:ext uri="{FF2B5EF4-FFF2-40B4-BE49-F238E27FC236}">
                <a16:creationId xmlns:a16="http://schemas.microsoft.com/office/drawing/2014/main" id="{CF947D44-90C6-F2A5-AF29-D26623FB1815}"/>
              </a:ext>
            </a:extLst>
          </p:cNvPr>
          <p:cNvSpPr/>
          <p:nvPr/>
        </p:nvSpPr>
        <p:spPr>
          <a:xfrm>
            <a:off x="4510026" y="5653802"/>
            <a:ext cx="6133426" cy="305514"/>
          </a:xfrm>
          <a:prstGeom prst="rect">
            <a:avLst/>
          </a:prstGeom>
          <a:noFill/>
          <a:ln/>
        </p:spPr>
        <p:txBody>
          <a:bodyPr wrap="none" lIns="0" tIns="0" rIns="0" bIns="0" rtlCol="0" anchor="t"/>
          <a:lstStyle/>
          <a:p>
            <a:pPr marL="0" indent="0" algn="l">
              <a:lnSpc>
                <a:spcPts val="2400"/>
              </a:lnSpc>
              <a:buNone/>
            </a:pPr>
            <a:r>
              <a:rPr lang="vi-VN" sz="1400" dirty="0">
                <a:solidFill>
                  <a:srgbClr val="15213F"/>
                </a:solidFill>
                <a:latin typeface="Times New Roman" panose="02020603050405020304" pitchFamily="18" charset="0"/>
                <a:ea typeface="Roboto" pitchFamily="34" charset="-122"/>
                <a:cs typeface="Times New Roman" panose="02020603050405020304" pitchFamily="18" charset="0"/>
              </a:rPr>
              <a:t>Thông báo nhắc nhở</a:t>
            </a:r>
            <a:endParaRPr lang="en-US" sz="1400" dirty="0">
              <a:latin typeface="Times New Roman" panose="02020603050405020304" pitchFamily="18" charset="0"/>
              <a:cs typeface="Times New Roman" panose="02020603050405020304" pitchFamily="18" charset="0"/>
            </a:endParaRPr>
          </a:p>
        </p:txBody>
      </p:sp>
      <p:sp>
        <p:nvSpPr>
          <p:cNvPr id="2" name="Shape 23">
            <a:extLst>
              <a:ext uri="{FF2B5EF4-FFF2-40B4-BE49-F238E27FC236}">
                <a16:creationId xmlns:a16="http://schemas.microsoft.com/office/drawing/2014/main" id="{A432C659-108F-5CFD-A73E-CF55828189BC}"/>
              </a:ext>
            </a:extLst>
          </p:cNvPr>
          <p:cNvSpPr/>
          <p:nvPr/>
        </p:nvSpPr>
        <p:spPr>
          <a:xfrm>
            <a:off x="352163" y="5520453"/>
            <a:ext cx="9166449" cy="536496"/>
          </a:xfrm>
          <a:prstGeom prst="rect">
            <a:avLst/>
          </a:prstGeom>
          <a:solidFill>
            <a:srgbClr val="000000">
              <a:alpha val="4000"/>
            </a:srgbClr>
          </a:solidFill>
          <a:ln/>
        </p:spPr>
        <p:txBody>
          <a:bodyPr/>
          <a:lstStyle/>
          <a:p>
            <a:endParaRPr lang="en-US" sz="1400" dirty="0">
              <a:latin typeface="Times New Roman" panose="02020603050405020304" pitchFamily="18" charset="0"/>
              <a:cs typeface="Times New Roman" panose="02020603050405020304" pitchFamily="18" charset="0"/>
            </a:endParaRPr>
          </a:p>
        </p:txBody>
      </p:sp>
      <p:sp>
        <p:nvSpPr>
          <p:cNvPr id="3" name="Shape 32">
            <a:extLst>
              <a:ext uri="{FF2B5EF4-FFF2-40B4-BE49-F238E27FC236}">
                <a16:creationId xmlns:a16="http://schemas.microsoft.com/office/drawing/2014/main" id="{A3F5CC9E-B86C-786F-207F-7CF2613F841C}"/>
              </a:ext>
            </a:extLst>
          </p:cNvPr>
          <p:cNvSpPr/>
          <p:nvPr/>
        </p:nvSpPr>
        <p:spPr>
          <a:xfrm>
            <a:off x="683162" y="5354833"/>
            <a:ext cx="9166449" cy="536496"/>
          </a:xfrm>
          <a:prstGeom prst="rect">
            <a:avLst/>
          </a:prstGeom>
          <a:solidFill>
            <a:srgbClr val="FFFFFF">
              <a:alpha val="4000"/>
            </a:srgbClr>
          </a:solidFill>
          <a:ln/>
        </p:spPr>
        <p:txBody>
          <a:bodyPr/>
          <a:lstStyle/>
          <a:p>
            <a:endParaRPr lang="en-US" sz="1400">
              <a:latin typeface="Times New Roman" panose="02020603050405020304" pitchFamily="18" charset="0"/>
              <a:cs typeface="Times New Roman" panose="02020603050405020304" pitchFamily="18" charset="0"/>
            </a:endParaRPr>
          </a:p>
        </p:txBody>
      </p:sp>
      <p:sp>
        <p:nvSpPr>
          <p:cNvPr id="5" name="Shape 26">
            <a:extLst>
              <a:ext uri="{FF2B5EF4-FFF2-40B4-BE49-F238E27FC236}">
                <a16:creationId xmlns:a16="http://schemas.microsoft.com/office/drawing/2014/main" id="{A9DAD2F9-5BC2-758D-5DCA-E2724FD0691A}"/>
              </a:ext>
            </a:extLst>
          </p:cNvPr>
          <p:cNvSpPr/>
          <p:nvPr/>
        </p:nvSpPr>
        <p:spPr>
          <a:xfrm>
            <a:off x="318181" y="6044085"/>
            <a:ext cx="9166449" cy="536496"/>
          </a:xfrm>
          <a:prstGeom prst="rect">
            <a:avLst/>
          </a:prstGeom>
          <a:solidFill>
            <a:srgbClr val="FFFFFF">
              <a:alpha val="4000"/>
            </a:srgbClr>
          </a:solidFill>
          <a:ln/>
        </p:spPr>
        <p:txBody>
          <a:bodyPr/>
          <a:lstStyle/>
          <a:p>
            <a:endParaRPr lang="en-US" sz="1400">
              <a:latin typeface="Times New Roman" panose="02020603050405020304" pitchFamily="18" charset="0"/>
              <a:cs typeface="Times New Roman" panose="02020603050405020304" pitchFamily="18" charset="0"/>
            </a:endParaRPr>
          </a:p>
        </p:txBody>
      </p:sp>
      <p:sp>
        <p:nvSpPr>
          <p:cNvPr id="6" name="Text 27">
            <a:extLst>
              <a:ext uri="{FF2B5EF4-FFF2-40B4-BE49-F238E27FC236}">
                <a16:creationId xmlns:a16="http://schemas.microsoft.com/office/drawing/2014/main" id="{4B2AD549-9D23-965E-F018-ED714BE82EC5}"/>
              </a:ext>
            </a:extLst>
          </p:cNvPr>
          <p:cNvSpPr/>
          <p:nvPr/>
        </p:nvSpPr>
        <p:spPr>
          <a:xfrm>
            <a:off x="520231" y="6159576"/>
            <a:ext cx="2466796" cy="305514"/>
          </a:xfrm>
          <a:prstGeom prst="rect">
            <a:avLst/>
          </a:prstGeom>
          <a:noFill/>
          <a:ln/>
        </p:spPr>
        <p:txBody>
          <a:bodyPr wrap="none" lIns="0" tIns="0" rIns="0" bIns="0" rtlCol="0" anchor="t"/>
          <a:lstStyle/>
          <a:p>
            <a:pPr marL="0" indent="0" algn="l">
              <a:lnSpc>
                <a:spcPts val="2400"/>
              </a:lnSpc>
              <a:buNone/>
            </a:pPr>
            <a:r>
              <a:rPr lang="vi-VN" sz="1400" dirty="0" err="1">
                <a:solidFill>
                  <a:srgbClr val="15213F"/>
                </a:solidFill>
                <a:latin typeface="Times New Roman" panose="02020603050405020304" pitchFamily="18" charset="0"/>
                <a:ea typeface="Roboto" pitchFamily="34" charset="-122"/>
                <a:cs typeface="Times New Roman" panose="02020603050405020304" pitchFamily="18" charset="0"/>
              </a:rPr>
              <a:t>Form</a:t>
            </a:r>
            <a:r>
              <a:rPr lang="en-US" sz="1400" dirty="0" err="1">
                <a:solidFill>
                  <a:srgbClr val="15213F"/>
                </a:solidFill>
                <a:latin typeface="Times New Roman" panose="02020603050405020304" pitchFamily="18" charset="0"/>
                <a:ea typeface="Roboto" pitchFamily="34" charset="-122"/>
                <a:cs typeface="Times New Roman" panose="02020603050405020304" pitchFamily="18" charset="0"/>
              </a:rPr>
              <a:t>NguoiDung</a:t>
            </a:r>
            <a:endParaRPr lang="en-US" sz="1400" dirty="0">
              <a:latin typeface="Times New Roman" panose="02020603050405020304" pitchFamily="18" charset="0"/>
              <a:cs typeface="Times New Roman" panose="02020603050405020304" pitchFamily="18" charset="0"/>
            </a:endParaRPr>
          </a:p>
        </p:txBody>
      </p:sp>
      <p:sp>
        <p:nvSpPr>
          <p:cNvPr id="7" name="Text 28">
            <a:extLst>
              <a:ext uri="{FF2B5EF4-FFF2-40B4-BE49-F238E27FC236}">
                <a16:creationId xmlns:a16="http://schemas.microsoft.com/office/drawing/2014/main" id="{5C4BF371-9E05-E8C4-E24A-51979F5EA336}"/>
              </a:ext>
            </a:extLst>
          </p:cNvPr>
          <p:cNvSpPr/>
          <p:nvPr/>
        </p:nvSpPr>
        <p:spPr>
          <a:xfrm>
            <a:off x="4484297" y="6159576"/>
            <a:ext cx="6133426" cy="305514"/>
          </a:xfrm>
          <a:prstGeom prst="rect">
            <a:avLst/>
          </a:prstGeom>
          <a:noFill/>
          <a:ln/>
        </p:spPr>
        <p:txBody>
          <a:bodyPr wrap="none" lIns="0" tIns="0" rIns="0" bIns="0" rtlCol="0" anchor="t"/>
          <a:lstStyle/>
          <a:p>
            <a:pPr marL="0" indent="0" algn="l">
              <a:lnSpc>
                <a:spcPts val="2400"/>
              </a:lnSpc>
              <a:buNone/>
            </a:pPr>
            <a:r>
              <a:rPr lang="en-US" sz="1400" dirty="0">
                <a:solidFill>
                  <a:srgbClr val="15213F"/>
                </a:solidFill>
                <a:latin typeface="Times New Roman" panose="02020603050405020304" pitchFamily="18" charset="0"/>
                <a:ea typeface="Roboto" pitchFamily="34" charset="-122"/>
                <a:cs typeface="Times New Roman" panose="02020603050405020304" pitchFamily="18" charset="0"/>
              </a:rPr>
              <a:t>Quản </a:t>
            </a:r>
            <a:r>
              <a:rPr lang="en-US" sz="1400" dirty="0" err="1">
                <a:solidFill>
                  <a:srgbClr val="15213F"/>
                </a:solidFill>
                <a:latin typeface="Times New Roman" panose="02020603050405020304" pitchFamily="18" charset="0"/>
                <a:ea typeface="Roboto" pitchFamily="34" charset="-122"/>
                <a:cs typeface="Times New Roman" panose="02020603050405020304" pitchFamily="18" charset="0"/>
              </a:rPr>
              <a:t>lý</a:t>
            </a:r>
            <a:r>
              <a:rPr lang="en-US" sz="1400" dirty="0">
                <a:solidFill>
                  <a:srgbClr val="15213F"/>
                </a:solidFill>
                <a:latin typeface="Times New Roman" panose="02020603050405020304" pitchFamily="18" charset="0"/>
                <a:ea typeface="Roboto" pitchFamily="34" charset="-122"/>
                <a:cs typeface="Times New Roman" panose="02020603050405020304" pitchFamily="18" charset="0"/>
              </a:rPr>
              <a:t> </a:t>
            </a:r>
            <a:r>
              <a:rPr lang="en-US" sz="1400" dirty="0" err="1">
                <a:solidFill>
                  <a:srgbClr val="15213F"/>
                </a:solidFill>
                <a:latin typeface="Times New Roman" panose="02020603050405020304" pitchFamily="18" charset="0"/>
                <a:ea typeface="Roboto" pitchFamily="34" charset="-122"/>
                <a:cs typeface="Times New Roman" panose="02020603050405020304" pitchFamily="18" charset="0"/>
              </a:rPr>
              <a:t>về</a:t>
            </a:r>
            <a:r>
              <a:rPr lang="en-US" sz="1400" dirty="0">
                <a:solidFill>
                  <a:srgbClr val="15213F"/>
                </a:solidFill>
                <a:latin typeface="Times New Roman" panose="02020603050405020304" pitchFamily="18" charset="0"/>
                <a:ea typeface="Roboto" pitchFamily="34" charset="-122"/>
                <a:cs typeface="Times New Roman" panose="02020603050405020304" pitchFamily="18" charset="0"/>
              </a:rPr>
              <a:t> </a:t>
            </a:r>
            <a:r>
              <a:rPr lang="en-US" sz="1400" dirty="0" err="1">
                <a:solidFill>
                  <a:srgbClr val="15213F"/>
                </a:solidFill>
                <a:latin typeface="Times New Roman" panose="02020603050405020304" pitchFamily="18" charset="0"/>
                <a:ea typeface="Roboto" pitchFamily="34" charset="-122"/>
                <a:cs typeface="Times New Roman" panose="02020603050405020304" pitchFamily="18" charset="0"/>
              </a:rPr>
              <a:t>thông</a:t>
            </a:r>
            <a:r>
              <a:rPr lang="en-US" sz="1400" dirty="0">
                <a:solidFill>
                  <a:srgbClr val="15213F"/>
                </a:solidFill>
                <a:latin typeface="Times New Roman" panose="02020603050405020304" pitchFamily="18" charset="0"/>
                <a:ea typeface="Roboto" pitchFamily="34" charset="-122"/>
                <a:cs typeface="Times New Roman" panose="02020603050405020304" pitchFamily="18" charset="0"/>
              </a:rPr>
              <a:t> tin </a:t>
            </a:r>
            <a:r>
              <a:rPr lang="en-US" sz="1400" dirty="0" err="1">
                <a:solidFill>
                  <a:srgbClr val="15213F"/>
                </a:solidFill>
                <a:latin typeface="Times New Roman" panose="02020603050405020304" pitchFamily="18" charset="0"/>
                <a:ea typeface="Roboto" pitchFamily="34" charset="-122"/>
                <a:cs typeface="Times New Roman" panose="02020603050405020304" pitchFamily="18" charset="0"/>
              </a:rPr>
              <a:t>người</a:t>
            </a:r>
            <a:r>
              <a:rPr lang="en-US" sz="1400" dirty="0">
                <a:solidFill>
                  <a:srgbClr val="15213F"/>
                </a:solidFill>
                <a:latin typeface="Times New Roman" panose="02020603050405020304" pitchFamily="18" charset="0"/>
                <a:ea typeface="Roboto" pitchFamily="34" charset="-122"/>
                <a:cs typeface="Times New Roman" panose="02020603050405020304" pitchFamily="18" charset="0"/>
              </a:rPr>
              <a:t> </a:t>
            </a:r>
            <a:r>
              <a:rPr lang="en-US" sz="1400" dirty="0" err="1">
                <a:solidFill>
                  <a:srgbClr val="15213F"/>
                </a:solidFill>
                <a:latin typeface="Times New Roman" panose="02020603050405020304" pitchFamily="18" charset="0"/>
                <a:ea typeface="Roboto" pitchFamily="34" charset="-122"/>
                <a:cs typeface="Times New Roman" panose="02020603050405020304" pitchFamily="18" charset="0"/>
              </a:rPr>
              <a:t>dùng</a:t>
            </a:r>
            <a:endParaRPr lang="en-US"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26361324"/>
      </p:ext>
    </p:extLst>
  </p:cSld>
  <p:clrMapOvr>
    <a:masterClrMapping/>
  </p:clrMapOvr>
  <p:transition spd="slow">
    <p:cove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 1">
            <a:extLst>
              <a:ext uri="{FF2B5EF4-FFF2-40B4-BE49-F238E27FC236}">
                <a16:creationId xmlns:a16="http://schemas.microsoft.com/office/drawing/2014/main" id="{78D0304E-1C6E-37AC-FAD2-556FE4A6209F}"/>
              </a:ext>
            </a:extLst>
          </p:cNvPr>
          <p:cNvSpPr/>
          <p:nvPr/>
        </p:nvSpPr>
        <p:spPr>
          <a:xfrm>
            <a:off x="302246" y="0"/>
            <a:ext cx="8131269" cy="1417558"/>
          </a:xfrm>
          <a:prstGeom prst="rect">
            <a:avLst/>
          </a:prstGeom>
          <a:noFill/>
          <a:ln/>
        </p:spPr>
        <p:txBody>
          <a:bodyPr wrap="square" lIns="0" tIns="0" rIns="0" bIns="0" rtlCol="0" anchor="t"/>
          <a:lstStyle/>
          <a:p>
            <a:pPr>
              <a:lnSpc>
                <a:spcPts val="5550"/>
              </a:lnSpc>
            </a:pPr>
            <a:r>
              <a:rPr lang="en-US" b="1" dirty="0">
                <a:solidFill>
                  <a:schemeClr val="bg1"/>
                </a:solidFill>
                <a:latin typeface="Times New Roman" panose="02020603050405020304" pitchFamily="18" charset="0"/>
                <a:ea typeface="Roboto Slab" pitchFamily="34" charset="-122"/>
                <a:cs typeface="Times New Roman" panose="02020603050405020304" pitchFamily="18" charset="0"/>
              </a:rPr>
              <a:t> Form </a:t>
            </a:r>
            <a:r>
              <a:rPr lang="en-US" b="1" dirty="0" err="1">
                <a:solidFill>
                  <a:schemeClr val="bg1"/>
                </a:solidFill>
                <a:latin typeface="Times New Roman" panose="02020603050405020304" pitchFamily="18" charset="0"/>
                <a:ea typeface="Roboto Slab" pitchFamily="34" charset="-122"/>
                <a:cs typeface="Times New Roman" panose="02020603050405020304" pitchFamily="18" charset="0"/>
              </a:rPr>
              <a:t>Đăng</a:t>
            </a:r>
            <a:r>
              <a:rPr lang="en-US" b="1" dirty="0">
                <a:solidFill>
                  <a:schemeClr val="bg1"/>
                </a:solidFill>
                <a:latin typeface="Times New Roman" panose="02020603050405020304" pitchFamily="18" charset="0"/>
                <a:ea typeface="Roboto Slab" pitchFamily="34" charset="-122"/>
                <a:cs typeface="Times New Roman" panose="02020603050405020304" pitchFamily="18" charset="0"/>
              </a:rPr>
              <a:t> </a:t>
            </a:r>
            <a:r>
              <a:rPr lang="en-US" b="1" dirty="0" err="1">
                <a:solidFill>
                  <a:schemeClr val="bg1"/>
                </a:solidFill>
                <a:latin typeface="Times New Roman" panose="02020603050405020304" pitchFamily="18" charset="0"/>
                <a:ea typeface="Roboto Slab" pitchFamily="34" charset="-122"/>
                <a:cs typeface="Times New Roman" panose="02020603050405020304" pitchFamily="18" charset="0"/>
              </a:rPr>
              <a:t>Ký</a:t>
            </a:r>
            <a:endParaRPr lang="en-US" b="1" dirty="0">
              <a:solidFill>
                <a:schemeClr val="bg1"/>
              </a:solidFill>
              <a:latin typeface="Times New Roman" panose="02020603050405020304" pitchFamily="18" charset="0"/>
              <a:cs typeface="Times New Roman" panose="02020603050405020304" pitchFamily="18" charset="0"/>
            </a:endParaRPr>
          </a:p>
        </p:txBody>
      </p:sp>
      <p:sp>
        <p:nvSpPr>
          <p:cNvPr id="19" name="Rectangle 18">
            <a:extLst>
              <a:ext uri="{FF2B5EF4-FFF2-40B4-BE49-F238E27FC236}">
                <a16:creationId xmlns:a16="http://schemas.microsoft.com/office/drawing/2014/main" id="{366A8357-889F-45F5-B64E-822E344706C0}"/>
              </a:ext>
            </a:extLst>
          </p:cNvPr>
          <p:cNvSpPr/>
          <p:nvPr/>
        </p:nvSpPr>
        <p:spPr>
          <a:xfrm>
            <a:off x="12548664" y="7650050"/>
            <a:ext cx="1983346" cy="51515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451BBA39-1965-382D-77FD-DDC4F963824E}"/>
              </a:ext>
            </a:extLst>
          </p:cNvPr>
          <p:cNvPicPr>
            <a:picLocks noChangeAspect="1"/>
          </p:cNvPicPr>
          <p:nvPr/>
        </p:nvPicPr>
        <p:blipFill>
          <a:blip r:embed="rId2"/>
          <a:stretch>
            <a:fillRect/>
          </a:stretch>
        </p:blipFill>
        <p:spPr>
          <a:xfrm>
            <a:off x="4965522" y="1559477"/>
            <a:ext cx="6935985" cy="3880271"/>
          </a:xfrm>
          <a:prstGeom prst="rect">
            <a:avLst/>
          </a:prstGeom>
        </p:spPr>
      </p:pic>
      <p:sp>
        <p:nvSpPr>
          <p:cNvPr id="8" name="TextBox 7">
            <a:extLst>
              <a:ext uri="{FF2B5EF4-FFF2-40B4-BE49-F238E27FC236}">
                <a16:creationId xmlns:a16="http://schemas.microsoft.com/office/drawing/2014/main" id="{ABC79AEE-8444-1C89-B132-71D427F80CFC}"/>
              </a:ext>
            </a:extLst>
          </p:cNvPr>
          <p:cNvSpPr txBox="1"/>
          <p:nvPr/>
        </p:nvSpPr>
        <p:spPr>
          <a:xfrm>
            <a:off x="302246" y="2136338"/>
            <a:ext cx="4493538" cy="2585323"/>
          </a:xfrm>
          <a:prstGeom prst="rect">
            <a:avLst/>
          </a:prstGeom>
          <a:noFill/>
        </p:spPr>
        <p:txBody>
          <a:bodyPr wrap="none" rtlCol="0">
            <a:spAutoFit/>
          </a:bodyPr>
          <a:lstStyle/>
          <a:p>
            <a:r>
              <a:rPr lang="vi-VN" b="1" dirty="0"/>
              <a:t>Tạo tài khoản mới</a:t>
            </a:r>
          </a:p>
          <a:p>
            <a:pPr marL="285750" indent="-285750">
              <a:buFont typeface="Arial" panose="020B0604020202020204" pitchFamily="34" charset="0"/>
              <a:buChar char="•"/>
            </a:pPr>
            <a:r>
              <a:rPr lang="vi-VN" dirty="0"/>
              <a:t>Cho phép người dùng tạo tài khoản </a:t>
            </a:r>
            <a:endParaRPr lang="en-US" dirty="0"/>
          </a:p>
          <a:p>
            <a:r>
              <a:rPr lang="vi-VN" dirty="0"/>
              <a:t>mới để sử dụng hệ thống. </a:t>
            </a:r>
          </a:p>
          <a:p>
            <a:pPr marL="285750" indent="-285750">
              <a:buFont typeface="Arial" panose="020B0604020202020204" pitchFamily="34" charset="0"/>
              <a:buChar char="•"/>
            </a:pPr>
            <a:r>
              <a:rPr lang="vi-VN" dirty="0"/>
              <a:t>Kiểm tra dữ liệu nhập vào như </a:t>
            </a:r>
            <a:r>
              <a:rPr lang="vi-VN" dirty="0" err="1"/>
              <a:t>email</a:t>
            </a:r>
            <a:r>
              <a:rPr lang="vi-VN" dirty="0"/>
              <a:t>, </a:t>
            </a:r>
            <a:endParaRPr lang="en-US" dirty="0"/>
          </a:p>
          <a:p>
            <a:r>
              <a:rPr lang="vi-VN" dirty="0"/>
              <a:t>mật khẩu và xác nhận mật khẩu. </a:t>
            </a:r>
          </a:p>
          <a:p>
            <a:pPr marL="285750" indent="-285750">
              <a:buFont typeface="Arial" panose="020B0604020202020204" pitchFamily="34" charset="0"/>
              <a:buChar char="•"/>
            </a:pPr>
            <a:r>
              <a:rPr lang="vi-VN" dirty="0"/>
              <a:t>Lưu thông tin người dùng xuống cơ </a:t>
            </a:r>
            <a:endParaRPr lang="en-US" dirty="0"/>
          </a:p>
          <a:p>
            <a:r>
              <a:rPr lang="vi-VN" dirty="0"/>
              <a:t>sở dữ liệu. </a:t>
            </a:r>
          </a:p>
          <a:p>
            <a:pPr marL="285750" indent="-285750">
              <a:buFont typeface="Arial" panose="020B0604020202020204" pitchFamily="34" charset="0"/>
              <a:buChar char="•"/>
            </a:pPr>
            <a:r>
              <a:rPr lang="vi-VN" dirty="0"/>
              <a:t>Hỗ trợ mở rộng quản lý nhiều tài khoản</a:t>
            </a:r>
            <a:endParaRPr lang="en-US" dirty="0"/>
          </a:p>
          <a:p>
            <a:r>
              <a:rPr lang="vi-VN" dirty="0"/>
              <a:t>trong tương lai.</a:t>
            </a:r>
          </a:p>
        </p:txBody>
      </p:sp>
    </p:spTree>
    <p:extLst>
      <p:ext uri="{BB962C8B-B14F-4D97-AF65-F5344CB8AC3E}">
        <p14:creationId xmlns:p14="http://schemas.microsoft.com/office/powerpoint/2010/main" val="1191289031"/>
      </p:ext>
    </p:extLst>
  </p:cSld>
  <p:clrMapOvr>
    <a:masterClrMapping/>
  </p:clrMapOvr>
  <p:transition spd="slow">
    <p:cove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0FBAA0-7394-E421-2BD1-773CC87C4707}"/>
            </a:ext>
          </a:extLst>
        </p:cNvPr>
        <p:cNvGrpSpPr/>
        <p:nvPr/>
      </p:nvGrpSpPr>
      <p:grpSpPr>
        <a:xfrm>
          <a:off x="0" y="0"/>
          <a:ext cx="0" cy="0"/>
          <a:chOff x="0" y="0"/>
          <a:chExt cx="0" cy="0"/>
        </a:xfrm>
      </p:grpSpPr>
      <p:sp>
        <p:nvSpPr>
          <p:cNvPr id="14" name="Text 1">
            <a:extLst>
              <a:ext uri="{FF2B5EF4-FFF2-40B4-BE49-F238E27FC236}">
                <a16:creationId xmlns:a16="http://schemas.microsoft.com/office/drawing/2014/main" id="{74339DFE-C2B7-E37F-7A32-A17335ADF8E9}"/>
              </a:ext>
            </a:extLst>
          </p:cNvPr>
          <p:cNvSpPr/>
          <p:nvPr/>
        </p:nvSpPr>
        <p:spPr>
          <a:xfrm>
            <a:off x="302246" y="0"/>
            <a:ext cx="8131269" cy="1417558"/>
          </a:xfrm>
          <a:prstGeom prst="rect">
            <a:avLst/>
          </a:prstGeom>
          <a:noFill/>
          <a:ln/>
        </p:spPr>
        <p:txBody>
          <a:bodyPr wrap="square" lIns="0" tIns="0" rIns="0" bIns="0" rtlCol="0" anchor="t"/>
          <a:lstStyle/>
          <a:p>
            <a:pPr marL="0" indent="0" algn="l">
              <a:lnSpc>
                <a:spcPts val="5550"/>
              </a:lnSpc>
              <a:buNone/>
            </a:pPr>
            <a:r>
              <a:rPr lang="en-US" b="1" dirty="0">
                <a:solidFill>
                  <a:schemeClr val="bg1"/>
                </a:solidFill>
                <a:latin typeface="Times New Roman" panose="02020603050405020304" pitchFamily="18" charset="0"/>
                <a:ea typeface="Roboto Slab" pitchFamily="34" charset="-122"/>
                <a:cs typeface="Times New Roman" panose="02020603050405020304" pitchFamily="18" charset="0"/>
              </a:rPr>
              <a:t> Form </a:t>
            </a:r>
            <a:r>
              <a:rPr lang="en-US" b="1" dirty="0" err="1">
                <a:solidFill>
                  <a:schemeClr val="bg1"/>
                </a:solidFill>
                <a:latin typeface="Times New Roman" panose="02020603050405020304" pitchFamily="18" charset="0"/>
                <a:ea typeface="Roboto Slab" pitchFamily="34" charset="-122"/>
                <a:cs typeface="Times New Roman" panose="02020603050405020304" pitchFamily="18" charset="0"/>
              </a:rPr>
              <a:t>Đăng</a:t>
            </a:r>
            <a:r>
              <a:rPr lang="en-US" b="1" dirty="0">
                <a:solidFill>
                  <a:schemeClr val="bg1"/>
                </a:solidFill>
                <a:latin typeface="Times New Roman" panose="02020603050405020304" pitchFamily="18" charset="0"/>
                <a:ea typeface="Roboto Slab" pitchFamily="34" charset="-122"/>
                <a:cs typeface="Times New Roman" panose="02020603050405020304" pitchFamily="18" charset="0"/>
              </a:rPr>
              <a:t> </a:t>
            </a:r>
            <a:r>
              <a:rPr lang="en-US" b="1" dirty="0" err="1">
                <a:solidFill>
                  <a:schemeClr val="bg1"/>
                </a:solidFill>
                <a:latin typeface="Times New Roman" panose="02020603050405020304" pitchFamily="18" charset="0"/>
                <a:ea typeface="Roboto Slab" pitchFamily="34" charset="-122"/>
                <a:cs typeface="Times New Roman" panose="02020603050405020304" pitchFamily="18" charset="0"/>
              </a:rPr>
              <a:t>Nhập</a:t>
            </a:r>
            <a:endParaRPr lang="en-US" b="1" dirty="0">
              <a:solidFill>
                <a:schemeClr val="bg1"/>
              </a:solidFill>
              <a:latin typeface="Times New Roman" panose="02020603050405020304" pitchFamily="18" charset="0"/>
              <a:cs typeface="Times New Roman" panose="02020603050405020304" pitchFamily="18" charset="0"/>
            </a:endParaRPr>
          </a:p>
        </p:txBody>
      </p:sp>
      <p:sp>
        <p:nvSpPr>
          <p:cNvPr id="19" name="Rectangle 18">
            <a:extLst>
              <a:ext uri="{FF2B5EF4-FFF2-40B4-BE49-F238E27FC236}">
                <a16:creationId xmlns:a16="http://schemas.microsoft.com/office/drawing/2014/main" id="{A7DFB132-3386-2901-BE20-95BAEA747911}"/>
              </a:ext>
            </a:extLst>
          </p:cNvPr>
          <p:cNvSpPr/>
          <p:nvPr/>
        </p:nvSpPr>
        <p:spPr>
          <a:xfrm>
            <a:off x="12548664" y="7650050"/>
            <a:ext cx="1983346" cy="51515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E6A70C51-767B-4421-3C34-8AE171550D5D}"/>
              </a:ext>
            </a:extLst>
          </p:cNvPr>
          <p:cNvPicPr>
            <a:picLocks noChangeAspect="1"/>
          </p:cNvPicPr>
          <p:nvPr/>
        </p:nvPicPr>
        <p:blipFill>
          <a:blip r:embed="rId2"/>
          <a:stretch>
            <a:fillRect/>
          </a:stretch>
        </p:blipFill>
        <p:spPr>
          <a:xfrm>
            <a:off x="4892662" y="1417556"/>
            <a:ext cx="7081705" cy="3953205"/>
          </a:xfrm>
          <a:prstGeom prst="rect">
            <a:avLst/>
          </a:prstGeom>
        </p:spPr>
      </p:pic>
      <p:sp>
        <p:nvSpPr>
          <p:cNvPr id="4" name="TextBox 3">
            <a:extLst>
              <a:ext uri="{FF2B5EF4-FFF2-40B4-BE49-F238E27FC236}">
                <a16:creationId xmlns:a16="http://schemas.microsoft.com/office/drawing/2014/main" id="{589155A8-D1BE-99B4-E2FF-9360E28D66F4}"/>
              </a:ext>
            </a:extLst>
          </p:cNvPr>
          <p:cNvSpPr txBox="1"/>
          <p:nvPr/>
        </p:nvSpPr>
        <p:spPr>
          <a:xfrm>
            <a:off x="202940" y="2101498"/>
            <a:ext cx="7273212" cy="2585323"/>
          </a:xfrm>
          <a:prstGeom prst="rect">
            <a:avLst/>
          </a:prstGeom>
          <a:noFill/>
        </p:spPr>
        <p:txBody>
          <a:bodyPr wrap="square">
            <a:spAutoFit/>
          </a:bodyPr>
          <a:lstStyle/>
          <a:p>
            <a:r>
              <a:rPr lang="vi-VN" b="1" dirty="0"/>
              <a:t>Xác thực người dùng</a:t>
            </a:r>
          </a:p>
          <a:p>
            <a:pPr marL="285750" indent="-285750">
              <a:buFont typeface="Arial" panose="020B0604020202020204" pitchFamily="34" charset="0"/>
              <a:buChar char="•"/>
            </a:pPr>
            <a:r>
              <a:rPr lang="vi-VN" dirty="0"/>
              <a:t>Kiểm tra thông tin tài khoản và mật </a:t>
            </a:r>
            <a:endParaRPr lang="en-US" dirty="0"/>
          </a:p>
          <a:p>
            <a:r>
              <a:rPr lang="vi-VN" dirty="0"/>
              <a:t>khẩu từ cơ sở dữ liệu SQL Server. </a:t>
            </a:r>
          </a:p>
          <a:p>
            <a:pPr marL="285750" indent="-285750">
              <a:buFont typeface="Arial" panose="020B0604020202020204" pitchFamily="34" charset="0"/>
              <a:buChar char="•"/>
            </a:pPr>
            <a:r>
              <a:rPr lang="vi-VN" dirty="0"/>
              <a:t>Phân quyền đăng nhập theo từng loại </a:t>
            </a:r>
            <a:endParaRPr lang="en-US" dirty="0"/>
          </a:p>
          <a:p>
            <a:r>
              <a:rPr lang="vi-VN" dirty="0"/>
              <a:t>người dùng. </a:t>
            </a:r>
          </a:p>
          <a:p>
            <a:pPr marL="285750" indent="-285750">
              <a:buFont typeface="Arial" panose="020B0604020202020204" pitchFamily="34" charset="0"/>
              <a:buChar char="•"/>
            </a:pPr>
            <a:r>
              <a:rPr lang="vi-VN" dirty="0"/>
              <a:t>Hỗ trợ bảo mật thông tin đăng nhập cơ </a:t>
            </a:r>
            <a:endParaRPr lang="en-US" dirty="0"/>
          </a:p>
          <a:p>
            <a:r>
              <a:rPr lang="vi-VN" dirty="0"/>
              <a:t>bản. </a:t>
            </a:r>
          </a:p>
          <a:p>
            <a:pPr marL="285750" indent="-285750">
              <a:buFont typeface="Arial" panose="020B0604020202020204" pitchFamily="34" charset="0"/>
              <a:buChar char="•"/>
            </a:pPr>
            <a:r>
              <a:rPr lang="vi-VN" dirty="0"/>
              <a:t>Chuyển người dùng đến giao diện hệ </a:t>
            </a:r>
            <a:endParaRPr lang="en-US" dirty="0"/>
          </a:p>
          <a:p>
            <a:r>
              <a:rPr lang="vi-VN" dirty="0"/>
              <a:t>thống sau khi xác thực thành công. </a:t>
            </a:r>
          </a:p>
        </p:txBody>
      </p:sp>
    </p:spTree>
    <p:extLst>
      <p:ext uri="{BB962C8B-B14F-4D97-AF65-F5344CB8AC3E}">
        <p14:creationId xmlns:p14="http://schemas.microsoft.com/office/powerpoint/2010/main" val="2109594348"/>
      </p:ext>
    </p:extLst>
  </p:cSld>
  <p:clrMapOvr>
    <a:masterClrMapping/>
  </p:clrMapOvr>
  <p:transition spd="slow">
    <p:cove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0">
            <a:extLst>
              <a:ext uri="{FF2B5EF4-FFF2-40B4-BE49-F238E27FC236}">
                <a16:creationId xmlns:a16="http://schemas.microsoft.com/office/drawing/2014/main" id="{39617E67-BD55-81D9-A4FF-F3D7E3FD6679}"/>
              </a:ext>
            </a:extLst>
          </p:cNvPr>
          <p:cNvSpPr/>
          <p:nvPr/>
        </p:nvSpPr>
        <p:spPr>
          <a:xfrm>
            <a:off x="472515" y="0"/>
            <a:ext cx="8437126" cy="708779"/>
          </a:xfrm>
          <a:prstGeom prst="rect">
            <a:avLst/>
          </a:prstGeom>
          <a:noFill/>
          <a:ln/>
        </p:spPr>
        <p:txBody>
          <a:bodyPr wrap="none" lIns="0" tIns="0" rIns="0" bIns="0" rtlCol="0" anchor="t"/>
          <a:lstStyle/>
          <a:p>
            <a:pPr marL="0" indent="0" algn="l">
              <a:lnSpc>
                <a:spcPts val="5550"/>
              </a:lnSpc>
              <a:buNone/>
            </a:pPr>
            <a:r>
              <a:rPr lang="vi-VN" b="1" dirty="0">
                <a:solidFill>
                  <a:schemeClr val="bg1"/>
                </a:solidFill>
                <a:latin typeface="Times New Roman" panose="02020603050405020304" pitchFamily="18" charset="0"/>
                <a:ea typeface="Roboto Slab" pitchFamily="34" charset="-122"/>
                <a:cs typeface="Times New Roman" panose="02020603050405020304" pitchFamily="18" charset="0"/>
              </a:rPr>
              <a:t>FormTongQuan</a:t>
            </a:r>
            <a:endParaRPr lang="en-US" b="1" dirty="0">
              <a:solidFill>
                <a:schemeClr val="bg1"/>
              </a:solidFill>
              <a:latin typeface="Times New Roman" panose="02020603050405020304" pitchFamily="18" charset="0"/>
              <a:cs typeface="Times New Roman" panose="02020603050405020304" pitchFamily="18" charset="0"/>
            </a:endParaRPr>
          </a:p>
        </p:txBody>
      </p:sp>
      <p:sp>
        <p:nvSpPr>
          <p:cNvPr id="24" name="Rectangle 23">
            <a:extLst>
              <a:ext uri="{FF2B5EF4-FFF2-40B4-BE49-F238E27FC236}">
                <a16:creationId xmlns:a16="http://schemas.microsoft.com/office/drawing/2014/main" id="{4CBFCAAE-3CF3-BB10-4643-E8959D3F8E45}"/>
              </a:ext>
            </a:extLst>
          </p:cNvPr>
          <p:cNvSpPr/>
          <p:nvPr/>
        </p:nvSpPr>
        <p:spPr>
          <a:xfrm>
            <a:off x="12556902" y="7650050"/>
            <a:ext cx="1983346" cy="51515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45E09620-8AE2-B8DA-4367-E11A032CEE26}"/>
              </a:ext>
            </a:extLst>
          </p:cNvPr>
          <p:cNvPicPr>
            <a:picLocks noChangeAspect="1"/>
          </p:cNvPicPr>
          <p:nvPr/>
        </p:nvPicPr>
        <p:blipFill>
          <a:blip r:embed="rId2"/>
          <a:stretch>
            <a:fillRect/>
          </a:stretch>
        </p:blipFill>
        <p:spPr>
          <a:xfrm>
            <a:off x="4049486" y="1152802"/>
            <a:ext cx="7974562" cy="4324267"/>
          </a:xfrm>
          <a:prstGeom prst="rect">
            <a:avLst/>
          </a:prstGeom>
        </p:spPr>
      </p:pic>
      <p:sp>
        <p:nvSpPr>
          <p:cNvPr id="5" name="TextBox 4">
            <a:extLst>
              <a:ext uri="{FF2B5EF4-FFF2-40B4-BE49-F238E27FC236}">
                <a16:creationId xmlns:a16="http://schemas.microsoft.com/office/drawing/2014/main" id="{8DFB9CDD-0C98-349A-565B-C9034B7A12E1}"/>
              </a:ext>
            </a:extLst>
          </p:cNvPr>
          <p:cNvSpPr txBox="1"/>
          <p:nvPr/>
        </p:nvSpPr>
        <p:spPr>
          <a:xfrm>
            <a:off x="167952" y="1951672"/>
            <a:ext cx="3615092" cy="2862322"/>
          </a:xfrm>
          <a:prstGeom prst="rect">
            <a:avLst/>
          </a:prstGeom>
          <a:noFill/>
        </p:spPr>
        <p:txBody>
          <a:bodyPr wrap="none" rtlCol="0">
            <a:spAutoFit/>
          </a:bodyPr>
          <a:lstStyle/>
          <a:p>
            <a:r>
              <a:rPr lang="vi-VN" b="1" dirty="0"/>
              <a:t>Thống kê tài chính tổng quát</a:t>
            </a:r>
          </a:p>
          <a:p>
            <a:pPr marL="285750" indent="-285750">
              <a:buFont typeface="Arial" panose="020B0604020202020204" pitchFamily="34" charset="0"/>
              <a:buChar char="•"/>
            </a:pPr>
            <a:r>
              <a:rPr lang="vi-VN" dirty="0"/>
              <a:t>Hiển thị tổng thu nhập và tổng </a:t>
            </a:r>
            <a:endParaRPr lang="en-US" dirty="0"/>
          </a:p>
          <a:p>
            <a:r>
              <a:rPr lang="vi-VN" dirty="0"/>
              <a:t>chi tiêu của người dùng. </a:t>
            </a:r>
          </a:p>
          <a:p>
            <a:pPr marL="285750" indent="-285750">
              <a:buFont typeface="Arial" panose="020B0604020202020204" pitchFamily="34" charset="0"/>
              <a:buChar char="•"/>
            </a:pPr>
            <a:r>
              <a:rPr lang="vi-VN" dirty="0"/>
              <a:t>Sử dụng biểu đồ </a:t>
            </a:r>
            <a:r>
              <a:rPr lang="vi-VN" dirty="0" err="1"/>
              <a:t>Doughnut</a:t>
            </a:r>
            <a:r>
              <a:rPr lang="vi-VN" dirty="0"/>
              <a:t> </a:t>
            </a:r>
            <a:endParaRPr lang="en-US" dirty="0"/>
          </a:p>
          <a:p>
            <a:r>
              <a:rPr lang="vi-VN" dirty="0" err="1"/>
              <a:t>Chart</a:t>
            </a:r>
            <a:r>
              <a:rPr lang="vi-VN" dirty="0"/>
              <a:t> để trực quan hóa dữ liệu </a:t>
            </a:r>
            <a:endParaRPr lang="en-US" dirty="0"/>
          </a:p>
          <a:p>
            <a:r>
              <a:rPr lang="vi-VN" dirty="0"/>
              <a:t>tài chính. </a:t>
            </a:r>
          </a:p>
          <a:p>
            <a:pPr marL="285750" indent="-285750">
              <a:buFont typeface="Arial" panose="020B0604020202020204" pitchFamily="34" charset="0"/>
              <a:buChar char="•"/>
            </a:pPr>
            <a:r>
              <a:rPr lang="vi-VN" dirty="0"/>
              <a:t>Hiển thị danh sách tài khoản </a:t>
            </a:r>
            <a:endParaRPr lang="en-US" dirty="0"/>
          </a:p>
          <a:p>
            <a:r>
              <a:rPr lang="vi-VN" dirty="0"/>
              <a:t>ví hiện có trong hệ thống. </a:t>
            </a:r>
          </a:p>
          <a:p>
            <a:pPr marL="285750" indent="-285750">
              <a:buFont typeface="Arial" panose="020B0604020202020204" pitchFamily="34" charset="0"/>
              <a:buChar char="•"/>
            </a:pPr>
            <a:r>
              <a:rPr lang="vi-VN" dirty="0"/>
              <a:t>Giúp người dùng theo dõi tình</a:t>
            </a:r>
            <a:endParaRPr lang="en-US" dirty="0"/>
          </a:p>
          <a:p>
            <a:r>
              <a:rPr lang="vi-VN" dirty="0"/>
              <a:t> hình tài chính nhanh chóng. </a:t>
            </a:r>
          </a:p>
        </p:txBody>
      </p:sp>
    </p:spTree>
    <p:extLst>
      <p:ext uri="{BB962C8B-B14F-4D97-AF65-F5344CB8AC3E}">
        <p14:creationId xmlns:p14="http://schemas.microsoft.com/office/powerpoint/2010/main" val="2420223787"/>
      </p:ext>
    </p:extLst>
  </p:cSld>
  <p:clrMapOvr>
    <a:masterClrMapping/>
  </p:clrMapOvr>
  <p:transition spd="slow">
    <p:cove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372697-3156-3548-F26D-6DC743570026}"/>
              </a:ext>
            </a:extLst>
          </p:cNvPr>
          <p:cNvSpPr>
            <a:spLocks noGrp="1"/>
          </p:cNvSpPr>
          <p:nvPr>
            <p:ph type="title"/>
          </p:nvPr>
        </p:nvSpPr>
        <p:spPr>
          <a:xfrm>
            <a:off x="357240" y="274556"/>
            <a:ext cx="4727658" cy="276999"/>
          </a:xfrm>
        </p:spPr>
        <p:txBody>
          <a:bodyPr/>
          <a:lstStyle/>
          <a:p>
            <a:r>
              <a:rPr lang="vi-VN" sz="1800" dirty="0" err="1">
                <a:solidFill>
                  <a:schemeClr val="bg1"/>
                </a:solidFill>
                <a:latin typeface="+mj-lt"/>
              </a:rPr>
              <a:t>Form</a:t>
            </a:r>
            <a:r>
              <a:rPr lang="en-US" sz="1800" dirty="0" err="1">
                <a:solidFill>
                  <a:schemeClr val="bg1"/>
                </a:solidFill>
                <a:latin typeface="+mj-lt"/>
              </a:rPr>
              <a:t>TaiKhoan</a:t>
            </a:r>
            <a:endParaRPr lang="en-US" sz="1800" dirty="0">
              <a:solidFill>
                <a:schemeClr val="bg1"/>
              </a:solidFill>
              <a:latin typeface="+mj-lt"/>
            </a:endParaRPr>
          </a:p>
        </p:txBody>
      </p:sp>
      <p:pic>
        <p:nvPicPr>
          <p:cNvPr id="4" name="Picture 3">
            <a:extLst>
              <a:ext uri="{FF2B5EF4-FFF2-40B4-BE49-F238E27FC236}">
                <a16:creationId xmlns:a16="http://schemas.microsoft.com/office/drawing/2014/main" id="{1F5ECBCA-9550-90E3-F947-9E10F4171BEC}"/>
              </a:ext>
            </a:extLst>
          </p:cNvPr>
          <p:cNvPicPr>
            <a:picLocks noChangeAspect="1"/>
          </p:cNvPicPr>
          <p:nvPr/>
        </p:nvPicPr>
        <p:blipFill>
          <a:blip r:embed="rId2"/>
          <a:stretch>
            <a:fillRect/>
          </a:stretch>
        </p:blipFill>
        <p:spPr>
          <a:xfrm>
            <a:off x="3900196" y="1221347"/>
            <a:ext cx="7993224" cy="4415305"/>
          </a:xfrm>
          <a:prstGeom prst="rect">
            <a:avLst/>
          </a:prstGeom>
        </p:spPr>
      </p:pic>
      <p:sp>
        <p:nvSpPr>
          <p:cNvPr id="6" name="TextBox 5">
            <a:extLst>
              <a:ext uri="{FF2B5EF4-FFF2-40B4-BE49-F238E27FC236}">
                <a16:creationId xmlns:a16="http://schemas.microsoft.com/office/drawing/2014/main" id="{A5649B3F-69DE-5DB0-895A-47784ABB6853}"/>
              </a:ext>
            </a:extLst>
          </p:cNvPr>
          <p:cNvSpPr txBox="1"/>
          <p:nvPr/>
        </p:nvSpPr>
        <p:spPr>
          <a:xfrm>
            <a:off x="167952" y="1951672"/>
            <a:ext cx="3384260" cy="2585323"/>
          </a:xfrm>
          <a:prstGeom prst="rect">
            <a:avLst/>
          </a:prstGeom>
          <a:noFill/>
        </p:spPr>
        <p:txBody>
          <a:bodyPr wrap="none" rtlCol="0">
            <a:spAutoFit/>
          </a:bodyPr>
          <a:lstStyle/>
          <a:p>
            <a:r>
              <a:rPr lang="vi-VN" b="1" dirty="0"/>
              <a:t>Quản lý ví tiền</a:t>
            </a:r>
          </a:p>
          <a:p>
            <a:pPr marL="285750" indent="-285750">
              <a:buFont typeface="Arial" panose="020B0604020202020204" pitchFamily="34" charset="0"/>
              <a:buChar char="•"/>
            </a:pPr>
            <a:r>
              <a:rPr lang="vi-VN" dirty="0"/>
              <a:t>Hiển thị danh sách các tà</a:t>
            </a:r>
            <a:r>
              <a:rPr lang="en-US" dirty="0" err="1"/>
              <a:t>i</a:t>
            </a:r>
            <a:endParaRPr lang="en-US" dirty="0"/>
          </a:p>
          <a:p>
            <a:r>
              <a:rPr lang="vi-VN" dirty="0"/>
              <a:t>khoản ví hiện có. </a:t>
            </a:r>
          </a:p>
          <a:p>
            <a:pPr marL="285750" indent="-285750">
              <a:buFont typeface="Arial" panose="020B0604020202020204" pitchFamily="34" charset="0"/>
              <a:buChar char="•"/>
            </a:pPr>
            <a:r>
              <a:rPr lang="vi-VN" dirty="0"/>
              <a:t>Cho phép thêm, sửa và xóa </a:t>
            </a:r>
            <a:endParaRPr lang="en-US" dirty="0"/>
          </a:p>
          <a:p>
            <a:r>
              <a:rPr lang="vi-VN" dirty="0"/>
              <a:t>thông tin ví tiền. </a:t>
            </a:r>
          </a:p>
          <a:p>
            <a:pPr marL="285750" indent="-285750">
              <a:buFont typeface="Arial" panose="020B0604020202020204" pitchFamily="34" charset="0"/>
              <a:buChar char="•"/>
            </a:pPr>
            <a:r>
              <a:rPr lang="vi-VN" dirty="0"/>
              <a:t>Theo dõi số dư hiện tại của </a:t>
            </a:r>
            <a:endParaRPr lang="en-US" dirty="0"/>
          </a:p>
          <a:p>
            <a:r>
              <a:rPr lang="vi-VN" dirty="0"/>
              <a:t>từng tài khoản. </a:t>
            </a:r>
          </a:p>
          <a:p>
            <a:pPr marL="285750" indent="-285750">
              <a:buFont typeface="Arial" panose="020B0604020202020204" pitchFamily="34" charset="0"/>
              <a:buChar char="•"/>
            </a:pPr>
            <a:r>
              <a:rPr lang="vi-VN" dirty="0"/>
              <a:t>Hỗ trợ quản lý nhiều nguồn </a:t>
            </a:r>
            <a:endParaRPr lang="en-US" dirty="0"/>
          </a:p>
          <a:p>
            <a:r>
              <a:rPr lang="vi-VN" dirty="0"/>
              <a:t>tài chính khác nhau.</a:t>
            </a:r>
          </a:p>
        </p:txBody>
      </p:sp>
    </p:spTree>
    <p:extLst>
      <p:ext uri="{BB962C8B-B14F-4D97-AF65-F5344CB8AC3E}">
        <p14:creationId xmlns:p14="http://schemas.microsoft.com/office/powerpoint/2010/main" val="1762511723"/>
      </p:ext>
    </p:extLst>
  </p:cSld>
  <p:clrMapOvr>
    <a:masterClrMapping/>
  </p:clrMapOvr>
  <p:transition spd="slow">
    <p:cove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914007-8DA8-D852-B326-7AE1F90BAF85}"/>
              </a:ext>
            </a:extLst>
          </p:cNvPr>
          <p:cNvSpPr>
            <a:spLocks noGrp="1"/>
          </p:cNvSpPr>
          <p:nvPr>
            <p:ph type="title"/>
          </p:nvPr>
        </p:nvSpPr>
        <p:spPr>
          <a:xfrm>
            <a:off x="314873" y="254991"/>
            <a:ext cx="4727658" cy="276999"/>
          </a:xfrm>
        </p:spPr>
        <p:txBody>
          <a:bodyPr/>
          <a:lstStyle/>
          <a:p>
            <a:r>
              <a:rPr lang="vi-VN" sz="1800" dirty="0" err="1">
                <a:solidFill>
                  <a:schemeClr val="bg1"/>
                </a:solidFill>
                <a:latin typeface="Times New Roman" panose="02020603050405020304" pitchFamily="18" charset="0"/>
                <a:cs typeface="Times New Roman" panose="02020603050405020304" pitchFamily="18" charset="0"/>
              </a:rPr>
              <a:t>Form</a:t>
            </a:r>
            <a:r>
              <a:rPr lang="en-US" sz="1800" dirty="0" err="1">
                <a:solidFill>
                  <a:schemeClr val="bg1"/>
                </a:solidFill>
                <a:latin typeface="Times New Roman" panose="02020603050405020304" pitchFamily="18" charset="0"/>
                <a:cs typeface="Times New Roman" panose="02020603050405020304" pitchFamily="18" charset="0"/>
              </a:rPr>
              <a:t>ThuNhap</a:t>
            </a:r>
            <a:endParaRPr lang="en-US" sz="1800" dirty="0">
              <a:solidFill>
                <a:schemeClr val="bg1"/>
              </a:solidFill>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C527848E-335D-E4DF-3776-32F11A7A25DB}"/>
              </a:ext>
            </a:extLst>
          </p:cNvPr>
          <p:cNvPicPr>
            <a:picLocks noChangeAspect="1"/>
          </p:cNvPicPr>
          <p:nvPr/>
        </p:nvPicPr>
        <p:blipFill>
          <a:blip r:embed="rId2"/>
          <a:stretch>
            <a:fillRect/>
          </a:stretch>
        </p:blipFill>
        <p:spPr>
          <a:xfrm>
            <a:off x="4192136" y="1545708"/>
            <a:ext cx="7738605" cy="4285926"/>
          </a:xfrm>
          <a:prstGeom prst="rect">
            <a:avLst/>
          </a:prstGeom>
        </p:spPr>
      </p:pic>
      <p:sp>
        <p:nvSpPr>
          <p:cNvPr id="5" name="TextBox 4">
            <a:extLst>
              <a:ext uri="{FF2B5EF4-FFF2-40B4-BE49-F238E27FC236}">
                <a16:creationId xmlns:a16="http://schemas.microsoft.com/office/drawing/2014/main" id="{B39CC9A1-EDEA-26AD-3A4A-886C0975CE6C}"/>
              </a:ext>
            </a:extLst>
          </p:cNvPr>
          <p:cNvSpPr txBox="1"/>
          <p:nvPr/>
        </p:nvSpPr>
        <p:spPr>
          <a:xfrm>
            <a:off x="167952" y="1951672"/>
            <a:ext cx="3868367" cy="2585323"/>
          </a:xfrm>
          <a:prstGeom prst="rect">
            <a:avLst/>
          </a:prstGeom>
          <a:noFill/>
        </p:spPr>
        <p:txBody>
          <a:bodyPr wrap="none" rtlCol="0">
            <a:spAutoFit/>
          </a:bodyPr>
          <a:lstStyle/>
          <a:p>
            <a:r>
              <a:rPr lang="vi-VN" b="1" dirty="0"/>
              <a:t>Thống kê thu nhập</a:t>
            </a:r>
          </a:p>
          <a:p>
            <a:pPr marL="285750" indent="-285750">
              <a:buFont typeface="Arial" panose="020B0604020202020204" pitchFamily="34" charset="0"/>
              <a:buChar char="•"/>
            </a:pPr>
            <a:r>
              <a:rPr lang="vi-VN" dirty="0"/>
              <a:t>Hiển thị danh sách các khoản </a:t>
            </a:r>
            <a:endParaRPr lang="en-US" dirty="0"/>
          </a:p>
          <a:p>
            <a:r>
              <a:rPr lang="vi-VN" dirty="0"/>
              <a:t>thu nhập theo thời gian. </a:t>
            </a:r>
          </a:p>
          <a:p>
            <a:pPr marL="285750" indent="-285750">
              <a:buFont typeface="Arial" panose="020B0604020202020204" pitchFamily="34" charset="0"/>
              <a:buChar char="•"/>
            </a:pPr>
            <a:r>
              <a:rPr lang="vi-VN" dirty="0"/>
              <a:t>Hỗ trợ biểu đồ thống kê theo </a:t>
            </a:r>
            <a:endParaRPr lang="en-US" dirty="0"/>
          </a:p>
          <a:p>
            <a:r>
              <a:rPr lang="vi-VN" dirty="0"/>
              <a:t>ngày, tháng và năm. </a:t>
            </a:r>
          </a:p>
          <a:p>
            <a:pPr marL="285750" indent="-285750">
              <a:buFont typeface="Arial" panose="020B0604020202020204" pitchFamily="34" charset="0"/>
              <a:buChar char="•"/>
            </a:pPr>
            <a:r>
              <a:rPr lang="vi-VN" dirty="0"/>
              <a:t>Cho phép chỉnh sửa hoặc xóa </a:t>
            </a:r>
            <a:endParaRPr lang="en-US" dirty="0"/>
          </a:p>
          <a:p>
            <a:r>
              <a:rPr lang="vi-VN" dirty="0"/>
              <a:t>giao dịch thu nhập. </a:t>
            </a:r>
          </a:p>
          <a:p>
            <a:pPr marL="285750" indent="-285750">
              <a:buFont typeface="Arial" panose="020B0604020202020204" pitchFamily="34" charset="0"/>
              <a:buChar char="•"/>
            </a:pPr>
            <a:r>
              <a:rPr lang="vi-VN" dirty="0"/>
              <a:t>Giúp người dùng theo dõi nguồn </a:t>
            </a:r>
            <a:endParaRPr lang="en-US" dirty="0"/>
          </a:p>
          <a:p>
            <a:r>
              <a:rPr lang="vi-VN" dirty="0"/>
              <a:t>thu hiệu quả hơn.</a:t>
            </a:r>
          </a:p>
        </p:txBody>
      </p:sp>
    </p:spTree>
    <p:extLst>
      <p:ext uri="{BB962C8B-B14F-4D97-AF65-F5344CB8AC3E}">
        <p14:creationId xmlns:p14="http://schemas.microsoft.com/office/powerpoint/2010/main" val="912670973"/>
      </p:ext>
    </p:extLst>
  </p:cSld>
  <p:clrMapOvr>
    <a:masterClrMapping/>
  </p:clrMapOvr>
  <p:transition spd="slow">
    <p:cove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9C1D4E1D-01A5-DCA1-8CE0-3C7884846052}"/>
              </a:ext>
            </a:extLst>
          </p:cNvPr>
          <p:cNvSpPr>
            <a:spLocks noGrp="1"/>
          </p:cNvSpPr>
          <p:nvPr>
            <p:ph type="title"/>
          </p:nvPr>
        </p:nvSpPr>
        <p:spPr>
          <a:xfrm>
            <a:off x="314873" y="254991"/>
            <a:ext cx="4727658" cy="276999"/>
          </a:xfrm>
        </p:spPr>
        <p:txBody>
          <a:bodyPr/>
          <a:lstStyle/>
          <a:p>
            <a:r>
              <a:rPr lang="vi-VN" sz="1800" dirty="0" err="1">
                <a:solidFill>
                  <a:schemeClr val="bg1"/>
                </a:solidFill>
                <a:latin typeface="Times New Roman" panose="02020603050405020304" pitchFamily="18" charset="0"/>
                <a:cs typeface="Times New Roman" panose="02020603050405020304" pitchFamily="18" charset="0"/>
              </a:rPr>
              <a:t>Form</a:t>
            </a:r>
            <a:r>
              <a:rPr lang="en-US" sz="1800" dirty="0" err="1">
                <a:solidFill>
                  <a:schemeClr val="bg1"/>
                </a:solidFill>
                <a:latin typeface="Times New Roman" panose="02020603050405020304" pitchFamily="18" charset="0"/>
                <a:cs typeface="Times New Roman" panose="02020603050405020304" pitchFamily="18" charset="0"/>
              </a:rPr>
              <a:t>ChiTieu</a:t>
            </a:r>
            <a:endParaRPr lang="en-US" sz="1800" dirty="0">
              <a:solidFill>
                <a:schemeClr val="bg1"/>
              </a:solidFill>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7B1559B2-E1C3-C638-54D9-C4D3E7507E15}"/>
              </a:ext>
            </a:extLst>
          </p:cNvPr>
          <p:cNvPicPr>
            <a:picLocks noChangeAspect="1"/>
          </p:cNvPicPr>
          <p:nvPr/>
        </p:nvPicPr>
        <p:blipFill>
          <a:blip r:embed="rId2"/>
          <a:stretch>
            <a:fillRect/>
          </a:stretch>
        </p:blipFill>
        <p:spPr>
          <a:xfrm>
            <a:off x="3925119" y="1244255"/>
            <a:ext cx="7912317" cy="4369489"/>
          </a:xfrm>
          <a:prstGeom prst="rect">
            <a:avLst/>
          </a:prstGeom>
        </p:spPr>
      </p:pic>
      <p:sp>
        <p:nvSpPr>
          <p:cNvPr id="5" name="TextBox 4">
            <a:extLst>
              <a:ext uri="{FF2B5EF4-FFF2-40B4-BE49-F238E27FC236}">
                <a16:creationId xmlns:a16="http://schemas.microsoft.com/office/drawing/2014/main" id="{8A656874-C985-F7A4-E627-BA369414F038}"/>
              </a:ext>
            </a:extLst>
          </p:cNvPr>
          <p:cNvSpPr txBox="1"/>
          <p:nvPr/>
        </p:nvSpPr>
        <p:spPr>
          <a:xfrm>
            <a:off x="167952" y="1951672"/>
            <a:ext cx="3563796" cy="2585323"/>
          </a:xfrm>
          <a:prstGeom prst="rect">
            <a:avLst/>
          </a:prstGeom>
          <a:noFill/>
        </p:spPr>
        <p:txBody>
          <a:bodyPr wrap="none" rtlCol="0">
            <a:spAutoFit/>
          </a:bodyPr>
          <a:lstStyle/>
          <a:p>
            <a:r>
              <a:rPr lang="vi-VN" b="1" dirty="0"/>
              <a:t>Thống kê chi tiêu</a:t>
            </a:r>
          </a:p>
          <a:p>
            <a:pPr marL="285750" indent="-285750">
              <a:buFont typeface="Arial" panose="020B0604020202020204" pitchFamily="34" charset="0"/>
              <a:buChar char="•"/>
            </a:pPr>
            <a:r>
              <a:rPr lang="vi-VN" dirty="0"/>
              <a:t>Hiển thị danh sách các khoản </a:t>
            </a:r>
            <a:endParaRPr lang="en-US" dirty="0"/>
          </a:p>
          <a:p>
            <a:r>
              <a:rPr lang="vi-VN" dirty="0"/>
              <a:t>chi tiêu phát sinh. </a:t>
            </a:r>
          </a:p>
          <a:p>
            <a:pPr marL="285750" indent="-285750">
              <a:buFont typeface="Arial" panose="020B0604020202020204" pitchFamily="34" charset="0"/>
              <a:buChar char="•"/>
            </a:pPr>
            <a:r>
              <a:rPr lang="vi-VN" dirty="0"/>
              <a:t>Biểu đồ cột hỗ trợ phân tích </a:t>
            </a:r>
            <a:endParaRPr lang="en-US" dirty="0"/>
          </a:p>
          <a:p>
            <a:r>
              <a:rPr lang="vi-VN" dirty="0"/>
              <a:t>mức chi tiêu theo thời gian. </a:t>
            </a:r>
          </a:p>
          <a:p>
            <a:pPr marL="285750" indent="-285750">
              <a:buFont typeface="Arial" panose="020B0604020202020204" pitchFamily="34" charset="0"/>
              <a:buChar char="•"/>
            </a:pPr>
            <a:r>
              <a:rPr lang="vi-VN" dirty="0"/>
              <a:t>Hỗ trợ cập nhật và xóa thông </a:t>
            </a:r>
            <a:endParaRPr lang="en-US" dirty="0"/>
          </a:p>
          <a:p>
            <a:r>
              <a:rPr lang="vi-VN" dirty="0"/>
              <a:t>tin giao dịch. </a:t>
            </a:r>
          </a:p>
          <a:p>
            <a:pPr marL="285750" indent="-285750">
              <a:buFont typeface="Arial" panose="020B0604020202020204" pitchFamily="34" charset="0"/>
              <a:buChar char="•"/>
            </a:pPr>
            <a:r>
              <a:rPr lang="vi-VN" dirty="0"/>
              <a:t>Giúp người dùng kiểm soát </a:t>
            </a:r>
            <a:endParaRPr lang="en-US" dirty="0"/>
          </a:p>
          <a:p>
            <a:r>
              <a:rPr lang="vi-VN" dirty="0"/>
              <a:t>các khoản chi hợp lý. </a:t>
            </a:r>
          </a:p>
        </p:txBody>
      </p:sp>
    </p:spTree>
    <p:extLst>
      <p:ext uri="{BB962C8B-B14F-4D97-AF65-F5344CB8AC3E}">
        <p14:creationId xmlns:p14="http://schemas.microsoft.com/office/powerpoint/2010/main" val="2616712732"/>
      </p:ext>
    </p:extLst>
  </p:cSld>
  <p:clrMapOvr>
    <a:masterClrMapping/>
  </p:clrMapOvr>
  <p:transition spd="slow">
    <p:cove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CA92E4B0-CFC0-B422-2FE5-A130EBFEFE64}"/>
              </a:ext>
            </a:extLst>
          </p:cNvPr>
          <p:cNvSpPr>
            <a:spLocks noGrp="1"/>
          </p:cNvSpPr>
          <p:nvPr>
            <p:ph type="title"/>
          </p:nvPr>
        </p:nvSpPr>
        <p:spPr>
          <a:xfrm>
            <a:off x="314873" y="254991"/>
            <a:ext cx="4727658" cy="276999"/>
          </a:xfrm>
        </p:spPr>
        <p:txBody>
          <a:bodyPr/>
          <a:lstStyle/>
          <a:p>
            <a:r>
              <a:rPr lang="vi-VN" sz="1800" dirty="0" err="1">
                <a:solidFill>
                  <a:schemeClr val="bg1"/>
                </a:solidFill>
                <a:latin typeface="Times New Roman" panose="02020603050405020304" pitchFamily="18" charset="0"/>
                <a:cs typeface="Times New Roman" panose="02020603050405020304" pitchFamily="18" charset="0"/>
              </a:rPr>
              <a:t>Form</a:t>
            </a:r>
            <a:r>
              <a:rPr lang="en-US" sz="1800" dirty="0" err="1">
                <a:solidFill>
                  <a:schemeClr val="bg1"/>
                </a:solidFill>
                <a:latin typeface="Times New Roman" panose="02020603050405020304" pitchFamily="18" charset="0"/>
                <a:cs typeface="Times New Roman" panose="02020603050405020304" pitchFamily="18" charset="0"/>
              </a:rPr>
              <a:t>KhoanVay</a:t>
            </a:r>
            <a:endParaRPr lang="en-US" sz="1800" dirty="0">
              <a:solidFill>
                <a:schemeClr val="bg1"/>
              </a:solidFill>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26601AB2-0B8F-1D98-EE2C-AF081E6BFBA4}"/>
              </a:ext>
            </a:extLst>
          </p:cNvPr>
          <p:cNvPicPr>
            <a:picLocks noChangeAspect="1"/>
          </p:cNvPicPr>
          <p:nvPr/>
        </p:nvPicPr>
        <p:blipFill>
          <a:blip r:embed="rId2"/>
          <a:stretch>
            <a:fillRect/>
          </a:stretch>
        </p:blipFill>
        <p:spPr>
          <a:xfrm>
            <a:off x="4254759" y="1400010"/>
            <a:ext cx="7564015" cy="4184253"/>
          </a:xfrm>
          <a:prstGeom prst="rect">
            <a:avLst/>
          </a:prstGeom>
        </p:spPr>
      </p:pic>
      <p:sp>
        <p:nvSpPr>
          <p:cNvPr id="5" name="TextBox 4">
            <a:extLst>
              <a:ext uri="{FF2B5EF4-FFF2-40B4-BE49-F238E27FC236}">
                <a16:creationId xmlns:a16="http://schemas.microsoft.com/office/drawing/2014/main" id="{659902F8-BC9C-2770-4BFD-9A6F357B7904}"/>
              </a:ext>
            </a:extLst>
          </p:cNvPr>
          <p:cNvSpPr txBox="1"/>
          <p:nvPr/>
        </p:nvSpPr>
        <p:spPr>
          <a:xfrm>
            <a:off x="167952" y="1951672"/>
            <a:ext cx="3650358" cy="2585323"/>
          </a:xfrm>
          <a:prstGeom prst="rect">
            <a:avLst/>
          </a:prstGeom>
          <a:noFill/>
        </p:spPr>
        <p:txBody>
          <a:bodyPr wrap="none" rtlCol="0">
            <a:spAutoFit/>
          </a:bodyPr>
          <a:lstStyle/>
          <a:p>
            <a:r>
              <a:rPr lang="vi-VN" b="1" dirty="0"/>
              <a:t>Theo dõi khoản vay</a:t>
            </a:r>
          </a:p>
          <a:p>
            <a:pPr marL="285750" indent="-285750">
              <a:buFont typeface="Arial" panose="020B0604020202020204" pitchFamily="34" charset="0"/>
              <a:buChar char="•"/>
            </a:pPr>
            <a:r>
              <a:rPr lang="vi-VN" dirty="0"/>
              <a:t>Quản lý các khoản vay chưa </a:t>
            </a:r>
            <a:endParaRPr lang="en-US" dirty="0"/>
          </a:p>
          <a:p>
            <a:r>
              <a:rPr lang="vi-VN" dirty="0"/>
              <a:t>thanh toán và đã thanh toán. </a:t>
            </a:r>
          </a:p>
          <a:p>
            <a:pPr marL="285750" indent="-285750">
              <a:buFont typeface="Arial" panose="020B0604020202020204" pitchFamily="34" charset="0"/>
              <a:buChar char="•"/>
            </a:pPr>
            <a:r>
              <a:rPr lang="vi-VN" dirty="0"/>
              <a:t>Phân loại các khoản vay quá </a:t>
            </a:r>
            <a:endParaRPr lang="en-US" dirty="0"/>
          </a:p>
          <a:p>
            <a:r>
              <a:rPr lang="vi-VN" dirty="0"/>
              <a:t>hạn để dễ theo dõi. </a:t>
            </a:r>
          </a:p>
          <a:p>
            <a:pPr marL="285750" indent="-285750">
              <a:buFont typeface="Arial" panose="020B0604020202020204" pitchFamily="34" charset="0"/>
              <a:buChar char="•"/>
            </a:pPr>
            <a:r>
              <a:rPr lang="vi-VN" dirty="0"/>
              <a:t>Hỗ trợ cập nhật trạng thái </a:t>
            </a:r>
            <a:endParaRPr lang="en-US" dirty="0"/>
          </a:p>
          <a:p>
            <a:r>
              <a:rPr lang="vi-VN" dirty="0"/>
              <a:t>thanh toán khoản vay. </a:t>
            </a:r>
          </a:p>
          <a:p>
            <a:pPr marL="285750" indent="-285750">
              <a:buFont typeface="Arial" panose="020B0604020202020204" pitchFamily="34" charset="0"/>
              <a:buChar char="•"/>
            </a:pPr>
            <a:r>
              <a:rPr lang="vi-VN" dirty="0"/>
              <a:t>Giúp người dùng quản lý công </a:t>
            </a:r>
            <a:endParaRPr lang="en-US" dirty="0"/>
          </a:p>
          <a:p>
            <a:r>
              <a:rPr lang="vi-VN" dirty="0"/>
              <a:t>nợ cá nhân hiệu quả hơn. </a:t>
            </a:r>
          </a:p>
        </p:txBody>
      </p:sp>
    </p:spTree>
    <p:extLst>
      <p:ext uri="{BB962C8B-B14F-4D97-AF65-F5344CB8AC3E}">
        <p14:creationId xmlns:p14="http://schemas.microsoft.com/office/powerpoint/2010/main" val="3660487147"/>
      </p:ext>
    </p:extLst>
  </p:cSld>
  <p:clrMapOvr>
    <a:masterClrMapping/>
  </p:clrMapOvr>
  <p:transition spd="slow">
    <p:cove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50329D-80DB-8C02-3363-0741709F1DC3}"/>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18170237-54FF-67F3-8012-75DE91905AF1}"/>
              </a:ext>
            </a:extLst>
          </p:cNvPr>
          <p:cNvSpPr>
            <a:spLocks noGrp="1"/>
          </p:cNvSpPr>
          <p:nvPr>
            <p:ph type="title"/>
          </p:nvPr>
        </p:nvSpPr>
        <p:spPr>
          <a:xfrm>
            <a:off x="314873" y="254991"/>
            <a:ext cx="4727658" cy="276999"/>
          </a:xfrm>
        </p:spPr>
        <p:txBody>
          <a:bodyPr/>
          <a:lstStyle/>
          <a:p>
            <a:r>
              <a:rPr lang="vi-VN" sz="1800" dirty="0" err="1">
                <a:solidFill>
                  <a:schemeClr val="bg1"/>
                </a:solidFill>
                <a:latin typeface="Times New Roman" panose="02020603050405020304" pitchFamily="18" charset="0"/>
                <a:cs typeface="Times New Roman" panose="02020603050405020304" pitchFamily="18" charset="0"/>
              </a:rPr>
              <a:t>Form</a:t>
            </a:r>
            <a:r>
              <a:rPr lang="en-US" sz="1800" dirty="0" err="1">
                <a:solidFill>
                  <a:schemeClr val="bg1"/>
                </a:solidFill>
                <a:latin typeface="Times New Roman" panose="02020603050405020304" pitchFamily="18" charset="0"/>
                <a:cs typeface="Times New Roman" panose="02020603050405020304" pitchFamily="18" charset="0"/>
              </a:rPr>
              <a:t>NguoiDung</a:t>
            </a:r>
            <a:endParaRPr lang="en-US" sz="1800" dirty="0">
              <a:solidFill>
                <a:schemeClr val="bg1"/>
              </a:solidFill>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391EA3B5-209D-8004-8651-18859125A006}"/>
              </a:ext>
            </a:extLst>
          </p:cNvPr>
          <p:cNvPicPr>
            <a:picLocks noChangeAspect="1"/>
          </p:cNvPicPr>
          <p:nvPr/>
        </p:nvPicPr>
        <p:blipFill>
          <a:blip r:embed="rId2"/>
          <a:stretch>
            <a:fillRect/>
          </a:stretch>
        </p:blipFill>
        <p:spPr>
          <a:xfrm>
            <a:off x="4376057" y="1359486"/>
            <a:ext cx="7601339" cy="4209416"/>
          </a:xfrm>
          <a:prstGeom prst="rect">
            <a:avLst/>
          </a:prstGeom>
        </p:spPr>
      </p:pic>
      <p:sp>
        <p:nvSpPr>
          <p:cNvPr id="8" name="TextBox 7">
            <a:extLst>
              <a:ext uri="{FF2B5EF4-FFF2-40B4-BE49-F238E27FC236}">
                <a16:creationId xmlns:a16="http://schemas.microsoft.com/office/drawing/2014/main" id="{31C7BDB2-EC20-3982-2020-B9A34DE4493A}"/>
              </a:ext>
            </a:extLst>
          </p:cNvPr>
          <p:cNvSpPr txBox="1"/>
          <p:nvPr/>
        </p:nvSpPr>
        <p:spPr>
          <a:xfrm>
            <a:off x="314873" y="1895688"/>
            <a:ext cx="3457998" cy="2585323"/>
          </a:xfrm>
          <a:prstGeom prst="rect">
            <a:avLst/>
          </a:prstGeom>
          <a:noFill/>
        </p:spPr>
        <p:txBody>
          <a:bodyPr wrap="none" rtlCol="0">
            <a:spAutoFit/>
          </a:bodyPr>
          <a:lstStyle/>
          <a:p>
            <a:r>
              <a:rPr lang="vi-VN" b="1" dirty="0"/>
              <a:t>Quản lý thông tin cá nhân</a:t>
            </a:r>
          </a:p>
          <a:p>
            <a:pPr marL="285750" indent="-285750">
              <a:buFont typeface="Arial" panose="020B0604020202020204" pitchFamily="34" charset="0"/>
              <a:buChar char="•"/>
            </a:pPr>
            <a:r>
              <a:rPr lang="vi-VN" dirty="0"/>
              <a:t>Hiển thị thông tin tài khoản </a:t>
            </a:r>
            <a:endParaRPr lang="en-US" dirty="0"/>
          </a:p>
          <a:p>
            <a:r>
              <a:rPr lang="vi-VN" dirty="0"/>
              <a:t>người dùng hiện tại. </a:t>
            </a:r>
          </a:p>
          <a:p>
            <a:pPr marL="285750" indent="-285750">
              <a:buFont typeface="Arial" panose="020B0604020202020204" pitchFamily="34" charset="0"/>
              <a:buChar char="•"/>
            </a:pPr>
            <a:r>
              <a:rPr lang="vi-VN" dirty="0"/>
              <a:t>Cho phép cập nhật họ tên </a:t>
            </a:r>
            <a:endParaRPr lang="en-US" dirty="0"/>
          </a:p>
          <a:p>
            <a:r>
              <a:rPr lang="vi-VN" dirty="0"/>
              <a:t>và </a:t>
            </a:r>
            <a:r>
              <a:rPr lang="vi-VN" dirty="0" err="1"/>
              <a:t>email</a:t>
            </a:r>
            <a:r>
              <a:rPr lang="vi-VN" dirty="0"/>
              <a:t>. </a:t>
            </a:r>
          </a:p>
          <a:p>
            <a:pPr marL="285750" indent="-285750">
              <a:buFont typeface="Arial" panose="020B0604020202020204" pitchFamily="34" charset="0"/>
              <a:buChar char="•"/>
            </a:pPr>
            <a:r>
              <a:rPr lang="vi-VN" dirty="0"/>
              <a:t>Hỗ trợ đổi mật khẩu và đăng </a:t>
            </a:r>
            <a:endParaRPr lang="en-US" dirty="0"/>
          </a:p>
          <a:p>
            <a:r>
              <a:rPr lang="vi-VN" dirty="0"/>
              <a:t>xuất hệ thống. </a:t>
            </a:r>
          </a:p>
          <a:p>
            <a:pPr marL="285750" indent="-285750">
              <a:buFont typeface="Arial" panose="020B0604020202020204" pitchFamily="34" charset="0"/>
              <a:buChar char="•"/>
            </a:pPr>
            <a:r>
              <a:rPr lang="vi-VN" dirty="0"/>
              <a:t>Hiển thị tổng quan thu nhập </a:t>
            </a:r>
            <a:endParaRPr lang="en-US" dirty="0"/>
          </a:p>
          <a:p>
            <a:r>
              <a:rPr lang="vi-VN" dirty="0"/>
              <a:t>và chi tiêu của tài khoản.</a:t>
            </a:r>
          </a:p>
        </p:txBody>
      </p:sp>
    </p:spTree>
    <p:extLst>
      <p:ext uri="{BB962C8B-B14F-4D97-AF65-F5344CB8AC3E}">
        <p14:creationId xmlns:p14="http://schemas.microsoft.com/office/powerpoint/2010/main" val="3819824017"/>
      </p:ext>
    </p:extLst>
  </p:cSld>
  <p:clrMapOvr>
    <a:masterClrMapping/>
  </p:clrMapOvr>
  <p:transition spd="slow">
    <p:cove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88647E-5FC4-144D-DDA9-2B7DD03EF399}"/>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189B3BA1-ADA6-80EB-B0E8-1A4574D5795A}"/>
              </a:ext>
            </a:extLst>
          </p:cNvPr>
          <p:cNvSpPr>
            <a:spLocks noGrp="1"/>
          </p:cNvSpPr>
          <p:nvPr>
            <p:ph type="title"/>
          </p:nvPr>
        </p:nvSpPr>
        <p:spPr>
          <a:xfrm>
            <a:off x="314873" y="254991"/>
            <a:ext cx="4727658" cy="276999"/>
          </a:xfrm>
        </p:spPr>
        <p:txBody>
          <a:bodyPr/>
          <a:lstStyle/>
          <a:p>
            <a:r>
              <a:rPr lang="vi-VN" sz="1800" dirty="0" err="1">
                <a:solidFill>
                  <a:schemeClr val="bg1"/>
                </a:solidFill>
                <a:latin typeface="Times New Roman" panose="02020603050405020304" pitchFamily="18" charset="0"/>
                <a:cs typeface="Times New Roman" panose="02020603050405020304" pitchFamily="18" charset="0"/>
              </a:rPr>
              <a:t>Form</a:t>
            </a:r>
            <a:r>
              <a:rPr lang="en-US" sz="1800" dirty="0" err="1">
                <a:solidFill>
                  <a:schemeClr val="bg1"/>
                </a:solidFill>
                <a:latin typeface="Times New Roman" panose="02020603050405020304" pitchFamily="18" charset="0"/>
                <a:cs typeface="Times New Roman" panose="02020603050405020304" pitchFamily="18" charset="0"/>
              </a:rPr>
              <a:t>NhacNho</a:t>
            </a:r>
            <a:endParaRPr lang="en-US" sz="1800" dirty="0">
              <a:solidFill>
                <a:schemeClr val="bg1"/>
              </a:solidFill>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BE0EDA88-78EA-F4B2-8AFB-F942443B7FF6}"/>
              </a:ext>
            </a:extLst>
          </p:cNvPr>
          <p:cNvPicPr>
            <a:picLocks noChangeAspect="1"/>
          </p:cNvPicPr>
          <p:nvPr/>
        </p:nvPicPr>
        <p:blipFill>
          <a:blip r:embed="rId2"/>
          <a:stretch>
            <a:fillRect/>
          </a:stretch>
        </p:blipFill>
        <p:spPr>
          <a:xfrm>
            <a:off x="3849587" y="1180161"/>
            <a:ext cx="8127807" cy="4497678"/>
          </a:xfrm>
          <a:prstGeom prst="rect">
            <a:avLst/>
          </a:prstGeom>
        </p:spPr>
      </p:pic>
      <p:sp>
        <p:nvSpPr>
          <p:cNvPr id="5" name="TextBox 4">
            <a:extLst>
              <a:ext uri="{FF2B5EF4-FFF2-40B4-BE49-F238E27FC236}">
                <a16:creationId xmlns:a16="http://schemas.microsoft.com/office/drawing/2014/main" id="{916268D8-3A14-6FF4-5774-4534091B2DE9}"/>
              </a:ext>
            </a:extLst>
          </p:cNvPr>
          <p:cNvSpPr txBox="1"/>
          <p:nvPr/>
        </p:nvSpPr>
        <p:spPr>
          <a:xfrm>
            <a:off x="167952" y="1951672"/>
            <a:ext cx="3461204" cy="2585323"/>
          </a:xfrm>
          <a:prstGeom prst="rect">
            <a:avLst/>
          </a:prstGeom>
          <a:noFill/>
        </p:spPr>
        <p:txBody>
          <a:bodyPr wrap="none" rtlCol="0">
            <a:spAutoFit/>
          </a:bodyPr>
          <a:lstStyle/>
          <a:p>
            <a:r>
              <a:rPr lang="vi-VN" b="1" dirty="0"/>
              <a:t>Quản lý lịch nhắc nhở</a:t>
            </a:r>
          </a:p>
          <a:p>
            <a:pPr marL="285750" indent="-285750">
              <a:buFont typeface="Arial" panose="020B0604020202020204" pitchFamily="34" charset="0"/>
              <a:buChar char="•"/>
            </a:pPr>
            <a:r>
              <a:rPr lang="vi-VN" dirty="0"/>
              <a:t>Tạo lịch nhắc cho các khoản </a:t>
            </a:r>
            <a:endParaRPr lang="en-US" dirty="0"/>
          </a:p>
          <a:p>
            <a:r>
              <a:rPr lang="vi-VN" dirty="0"/>
              <a:t>thanh toán quan trọng. </a:t>
            </a:r>
          </a:p>
          <a:p>
            <a:pPr marL="285750" indent="-285750">
              <a:buFont typeface="Arial" panose="020B0604020202020204" pitchFamily="34" charset="0"/>
              <a:buChar char="•"/>
            </a:pPr>
            <a:r>
              <a:rPr lang="vi-VN" dirty="0"/>
              <a:t>Theo dõi trạng thái hoàn </a:t>
            </a:r>
            <a:endParaRPr lang="en-US" dirty="0"/>
          </a:p>
          <a:p>
            <a:r>
              <a:rPr lang="vi-VN" dirty="0"/>
              <a:t>thành của từng công việc. </a:t>
            </a:r>
          </a:p>
          <a:p>
            <a:pPr marL="285750" indent="-285750">
              <a:buFont typeface="Arial" panose="020B0604020202020204" pitchFamily="34" charset="0"/>
              <a:buChar char="•"/>
            </a:pPr>
            <a:r>
              <a:rPr lang="vi-VN" dirty="0"/>
              <a:t>Hỗ trợ lưu thời gian và nội </a:t>
            </a:r>
            <a:endParaRPr lang="en-US" dirty="0"/>
          </a:p>
          <a:p>
            <a:r>
              <a:rPr lang="vi-VN" dirty="0"/>
              <a:t>dung nhắc nhở. </a:t>
            </a:r>
          </a:p>
          <a:p>
            <a:pPr marL="285750" indent="-285750">
              <a:buFont typeface="Arial" panose="020B0604020202020204" pitchFamily="34" charset="0"/>
              <a:buChar char="•"/>
            </a:pPr>
            <a:r>
              <a:rPr lang="vi-VN" dirty="0"/>
              <a:t>Giúp người dùng tránh quên</a:t>
            </a:r>
            <a:endParaRPr lang="en-US" dirty="0"/>
          </a:p>
          <a:p>
            <a:r>
              <a:rPr lang="vi-VN" dirty="0"/>
              <a:t>các khoản cần thanh toán.</a:t>
            </a:r>
          </a:p>
        </p:txBody>
      </p:sp>
    </p:spTree>
    <p:extLst>
      <p:ext uri="{BB962C8B-B14F-4D97-AF65-F5344CB8AC3E}">
        <p14:creationId xmlns:p14="http://schemas.microsoft.com/office/powerpoint/2010/main" val="2657108605"/>
      </p:ext>
    </p:extLst>
  </p:cSld>
  <p:clrMapOvr>
    <a:masterClrMapping/>
  </p:clrMapOvr>
  <p:transition spd="slow">
    <p:cove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0993BF-F942-B2C9-4BEE-81CB19C439E5}"/>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9EFA3760-2FFA-C16F-5CA0-2841BAFD4536}"/>
              </a:ext>
            </a:extLst>
          </p:cNvPr>
          <p:cNvSpPr>
            <a:spLocks noGrp="1"/>
          </p:cNvSpPr>
          <p:nvPr>
            <p:ph type="title"/>
          </p:nvPr>
        </p:nvSpPr>
        <p:spPr>
          <a:xfrm>
            <a:off x="314873" y="254991"/>
            <a:ext cx="4727658" cy="276999"/>
          </a:xfrm>
        </p:spPr>
        <p:txBody>
          <a:bodyPr/>
          <a:lstStyle/>
          <a:p>
            <a:r>
              <a:rPr lang="vi-VN" sz="1800" dirty="0" err="1">
                <a:solidFill>
                  <a:schemeClr val="bg1"/>
                </a:solidFill>
                <a:latin typeface="Times New Roman" panose="02020603050405020304" pitchFamily="18" charset="0"/>
                <a:cs typeface="Times New Roman" panose="02020603050405020304" pitchFamily="18" charset="0"/>
              </a:rPr>
              <a:t>For</a:t>
            </a:r>
            <a:r>
              <a:rPr lang="en-US" sz="1800" dirty="0" err="1">
                <a:solidFill>
                  <a:schemeClr val="bg1"/>
                </a:solidFill>
                <a:latin typeface="Times New Roman" panose="02020603050405020304" pitchFamily="18" charset="0"/>
                <a:cs typeface="Times New Roman" panose="02020603050405020304" pitchFamily="18" charset="0"/>
              </a:rPr>
              <a:t>mTietKiem</a:t>
            </a:r>
            <a:endParaRPr lang="en-US" sz="1800" dirty="0">
              <a:solidFill>
                <a:schemeClr val="bg1"/>
              </a:solidFill>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00204B1A-23E7-C80C-F21A-B82399E47937}"/>
              </a:ext>
            </a:extLst>
          </p:cNvPr>
          <p:cNvPicPr>
            <a:picLocks noChangeAspect="1"/>
          </p:cNvPicPr>
          <p:nvPr/>
        </p:nvPicPr>
        <p:blipFill>
          <a:blip r:embed="rId2"/>
          <a:stretch>
            <a:fillRect/>
          </a:stretch>
        </p:blipFill>
        <p:spPr>
          <a:xfrm>
            <a:off x="3672275" y="1125837"/>
            <a:ext cx="8286459" cy="4606325"/>
          </a:xfrm>
          <a:prstGeom prst="rect">
            <a:avLst/>
          </a:prstGeom>
        </p:spPr>
      </p:pic>
      <p:sp>
        <p:nvSpPr>
          <p:cNvPr id="5" name="TextBox 4">
            <a:extLst>
              <a:ext uri="{FF2B5EF4-FFF2-40B4-BE49-F238E27FC236}">
                <a16:creationId xmlns:a16="http://schemas.microsoft.com/office/drawing/2014/main" id="{EB0215A1-2960-BE23-803C-6F8B4325E147}"/>
              </a:ext>
            </a:extLst>
          </p:cNvPr>
          <p:cNvSpPr txBox="1"/>
          <p:nvPr/>
        </p:nvSpPr>
        <p:spPr>
          <a:xfrm>
            <a:off x="167952" y="1951672"/>
            <a:ext cx="3464475" cy="2585323"/>
          </a:xfrm>
          <a:prstGeom prst="rect">
            <a:avLst/>
          </a:prstGeom>
          <a:noFill/>
        </p:spPr>
        <p:txBody>
          <a:bodyPr wrap="none" rtlCol="0">
            <a:spAutoFit/>
          </a:bodyPr>
          <a:lstStyle/>
          <a:p>
            <a:r>
              <a:rPr lang="en-US" b="1" dirty="0"/>
              <a:t>Quản </a:t>
            </a:r>
            <a:r>
              <a:rPr lang="en-US" b="1" dirty="0" err="1"/>
              <a:t>lý</a:t>
            </a:r>
            <a:r>
              <a:rPr lang="en-US" b="1" dirty="0"/>
              <a:t> </a:t>
            </a:r>
            <a:r>
              <a:rPr lang="en-US" b="1" dirty="0" err="1"/>
              <a:t>mục</a:t>
            </a:r>
            <a:r>
              <a:rPr lang="en-US" b="1" dirty="0"/>
              <a:t> </a:t>
            </a:r>
            <a:r>
              <a:rPr lang="en-US" b="1" dirty="0" err="1"/>
              <a:t>tiêu</a:t>
            </a:r>
            <a:r>
              <a:rPr lang="en-US" b="1" dirty="0"/>
              <a:t> </a:t>
            </a:r>
            <a:r>
              <a:rPr lang="en-US" b="1" dirty="0" err="1"/>
              <a:t>tiết</a:t>
            </a:r>
            <a:r>
              <a:rPr lang="en-US" b="1" dirty="0"/>
              <a:t> </a:t>
            </a:r>
            <a:r>
              <a:rPr lang="en-US" b="1" dirty="0" err="1"/>
              <a:t>kiệm</a:t>
            </a:r>
            <a:endParaRPr lang="en-US" b="1" dirty="0"/>
          </a:p>
          <a:p>
            <a:pPr marL="285750" indent="-285750">
              <a:buFont typeface="Arial" panose="020B0604020202020204" pitchFamily="34" charset="0"/>
              <a:buChar char="•"/>
            </a:pPr>
            <a:r>
              <a:rPr lang="en-US" dirty="0"/>
              <a:t>Theo </a:t>
            </a:r>
            <a:r>
              <a:rPr lang="en-US" dirty="0" err="1"/>
              <a:t>dõi</a:t>
            </a:r>
            <a:r>
              <a:rPr lang="en-US" dirty="0"/>
              <a:t> </a:t>
            </a:r>
            <a:r>
              <a:rPr lang="en-US" dirty="0" err="1"/>
              <a:t>các</a:t>
            </a:r>
            <a:r>
              <a:rPr lang="en-US" dirty="0"/>
              <a:t> </a:t>
            </a:r>
            <a:r>
              <a:rPr lang="en-US" dirty="0" err="1"/>
              <a:t>mục</a:t>
            </a:r>
            <a:r>
              <a:rPr lang="en-US" dirty="0"/>
              <a:t> </a:t>
            </a:r>
            <a:r>
              <a:rPr lang="en-US" dirty="0" err="1"/>
              <a:t>tiêu</a:t>
            </a:r>
            <a:r>
              <a:rPr lang="en-US" dirty="0"/>
              <a:t> </a:t>
            </a:r>
            <a:r>
              <a:rPr lang="en-US" dirty="0" err="1"/>
              <a:t>tiết</a:t>
            </a:r>
            <a:r>
              <a:rPr lang="en-US" dirty="0"/>
              <a:t> </a:t>
            </a:r>
            <a:r>
              <a:rPr lang="en-US" dirty="0" err="1"/>
              <a:t>kiệm</a:t>
            </a:r>
            <a:r>
              <a:rPr lang="en-US" dirty="0"/>
              <a:t> </a:t>
            </a:r>
          </a:p>
          <a:p>
            <a:r>
              <a:rPr lang="en-US" dirty="0" err="1"/>
              <a:t>cá</a:t>
            </a:r>
            <a:r>
              <a:rPr lang="en-US" dirty="0"/>
              <a:t> </a:t>
            </a:r>
            <a:r>
              <a:rPr lang="en-US" dirty="0" err="1"/>
              <a:t>nhân</a:t>
            </a:r>
            <a:r>
              <a:rPr lang="en-US" dirty="0"/>
              <a:t>. </a:t>
            </a:r>
          </a:p>
          <a:p>
            <a:pPr marL="285750" indent="-285750">
              <a:buFont typeface="Arial" panose="020B0604020202020204" pitchFamily="34" charset="0"/>
              <a:buChar char="•"/>
            </a:pPr>
            <a:r>
              <a:rPr lang="en-US" dirty="0"/>
              <a:t>Hiển </a:t>
            </a:r>
            <a:r>
              <a:rPr lang="en-US" dirty="0" err="1"/>
              <a:t>thị</a:t>
            </a:r>
            <a:r>
              <a:rPr lang="en-US" dirty="0"/>
              <a:t> </a:t>
            </a:r>
            <a:r>
              <a:rPr lang="en-US" dirty="0" err="1"/>
              <a:t>biểu</a:t>
            </a:r>
            <a:r>
              <a:rPr lang="en-US" dirty="0"/>
              <a:t> </a:t>
            </a:r>
            <a:r>
              <a:rPr lang="en-US" dirty="0" err="1"/>
              <a:t>đồ</a:t>
            </a:r>
            <a:r>
              <a:rPr lang="en-US" dirty="0"/>
              <a:t> </a:t>
            </a:r>
            <a:r>
              <a:rPr lang="en-US" dirty="0" err="1"/>
              <a:t>phân</a:t>
            </a:r>
            <a:r>
              <a:rPr lang="en-US" dirty="0"/>
              <a:t> </a:t>
            </a:r>
            <a:r>
              <a:rPr lang="en-US" dirty="0" err="1"/>
              <a:t>bố</a:t>
            </a:r>
            <a:r>
              <a:rPr lang="en-US" dirty="0"/>
              <a:t> </a:t>
            </a:r>
            <a:r>
              <a:rPr lang="en-US" dirty="0" err="1"/>
              <a:t>tài</a:t>
            </a:r>
            <a:r>
              <a:rPr lang="en-US" dirty="0"/>
              <a:t> </a:t>
            </a:r>
          </a:p>
          <a:p>
            <a:r>
              <a:rPr lang="en-US" dirty="0" err="1"/>
              <a:t>chính</a:t>
            </a:r>
            <a:r>
              <a:rPr lang="en-US" dirty="0"/>
              <a:t> </a:t>
            </a:r>
            <a:r>
              <a:rPr lang="en-US" dirty="0" err="1"/>
              <a:t>tiết</a:t>
            </a:r>
            <a:r>
              <a:rPr lang="en-US" dirty="0"/>
              <a:t> </a:t>
            </a:r>
            <a:r>
              <a:rPr lang="en-US" dirty="0" err="1"/>
              <a:t>kiệm</a:t>
            </a:r>
            <a:r>
              <a:rPr lang="en-US" dirty="0"/>
              <a:t>. </a:t>
            </a:r>
          </a:p>
          <a:p>
            <a:pPr marL="285750" indent="-285750">
              <a:buFont typeface="Arial" panose="020B0604020202020204" pitchFamily="34" charset="0"/>
              <a:buChar char="•"/>
            </a:pPr>
            <a:r>
              <a:rPr lang="en-US" dirty="0"/>
              <a:t>Quản </a:t>
            </a:r>
            <a:r>
              <a:rPr lang="en-US" dirty="0" err="1"/>
              <a:t>lý</a:t>
            </a:r>
            <a:r>
              <a:rPr lang="en-US" dirty="0"/>
              <a:t> </a:t>
            </a:r>
            <a:r>
              <a:rPr lang="en-US" dirty="0" err="1"/>
              <a:t>số</a:t>
            </a:r>
            <a:r>
              <a:rPr lang="en-US" dirty="0"/>
              <a:t> </a:t>
            </a:r>
            <a:r>
              <a:rPr lang="en-US" dirty="0" err="1"/>
              <a:t>tiền</a:t>
            </a:r>
            <a:r>
              <a:rPr lang="en-US" dirty="0"/>
              <a:t> </a:t>
            </a:r>
            <a:r>
              <a:rPr lang="en-US" dirty="0" err="1"/>
              <a:t>hiện</a:t>
            </a:r>
            <a:r>
              <a:rPr lang="en-US" dirty="0"/>
              <a:t> </a:t>
            </a:r>
            <a:r>
              <a:rPr lang="en-US" dirty="0" err="1"/>
              <a:t>có</a:t>
            </a:r>
            <a:r>
              <a:rPr lang="en-US" dirty="0"/>
              <a:t> </a:t>
            </a:r>
            <a:r>
              <a:rPr lang="en-US" dirty="0" err="1"/>
              <a:t>và</a:t>
            </a:r>
            <a:r>
              <a:rPr lang="en-US" dirty="0"/>
              <a:t> </a:t>
            </a:r>
            <a:r>
              <a:rPr lang="en-US" dirty="0" err="1"/>
              <a:t>mục</a:t>
            </a:r>
            <a:r>
              <a:rPr lang="en-US" dirty="0"/>
              <a:t> </a:t>
            </a:r>
          </a:p>
          <a:p>
            <a:r>
              <a:rPr lang="en-US" dirty="0" err="1"/>
              <a:t>tiêu</a:t>
            </a:r>
            <a:r>
              <a:rPr lang="en-US" dirty="0"/>
              <a:t> </a:t>
            </a:r>
            <a:r>
              <a:rPr lang="en-US" dirty="0" err="1"/>
              <a:t>cần</a:t>
            </a:r>
            <a:r>
              <a:rPr lang="en-US" dirty="0"/>
              <a:t> </a:t>
            </a:r>
            <a:r>
              <a:rPr lang="en-US" dirty="0" err="1"/>
              <a:t>đạt</a:t>
            </a:r>
            <a:r>
              <a:rPr lang="en-US" dirty="0"/>
              <a:t>. </a:t>
            </a:r>
          </a:p>
          <a:p>
            <a:pPr marL="285750" indent="-285750">
              <a:buFont typeface="Arial" panose="020B0604020202020204" pitchFamily="34" charset="0"/>
              <a:buChar char="•"/>
            </a:pPr>
            <a:r>
              <a:rPr lang="en-US" dirty="0" err="1"/>
              <a:t>Hỗ</a:t>
            </a:r>
            <a:r>
              <a:rPr lang="en-US" dirty="0"/>
              <a:t> </a:t>
            </a:r>
            <a:r>
              <a:rPr lang="en-US" dirty="0" err="1"/>
              <a:t>trợ</a:t>
            </a:r>
            <a:r>
              <a:rPr lang="en-US" dirty="0"/>
              <a:t> </a:t>
            </a:r>
            <a:r>
              <a:rPr lang="en-US" dirty="0" err="1"/>
              <a:t>lập</a:t>
            </a:r>
            <a:r>
              <a:rPr lang="en-US" dirty="0"/>
              <a:t> </a:t>
            </a:r>
            <a:r>
              <a:rPr lang="en-US" dirty="0" err="1"/>
              <a:t>kế</a:t>
            </a:r>
            <a:r>
              <a:rPr lang="en-US" dirty="0"/>
              <a:t> </a:t>
            </a:r>
            <a:r>
              <a:rPr lang="en-US" dirty="0" err="1"/>
              <a:t>hoạch</a:t>
            </a:r>
            <a:r>
              <a:rPr lang="en-US" dirty="0"/>
              <a:t> </a:t>
            </a:r>
            <a:r>
              <a:rPr lang="en-US" dirty="0" err="1"/>
              <a:t>tài</a:t>
            </a:r>
            <a:r>
              <a:rPr lang="en-US" dirty="0"/>
              <a:t> </a:t>
            </a:r>
            <a:r>
              <a:rPr lang="en-US" dirty="0" err="1"/>
              <a:t>chính</a:t>
            </a:r>
            <a:r>
              <a:rPr lang="en-US" dirty="0"/>
              <a:t> </a:t>
            </a:r>
          </a:p>
          <a:p>
            <a:r>
              <a:rPr lang="en-US" dirty="0" err="1"/>
              <a:t>dài</a:t>
            </a:r>
            <a:r>
              <a:rPr lang="en-US" dirty="0"/>
              <a:t> </a:t>
            </a:r>
            <a:r>
              <a:rPr lang="en-US" dirty="0" err="1"/>
              <a:t>hạn</a:t>
            </a:r>
            <a:r>
              <a:rPr lang="en-US" dirty="0"/>
              <a:t>.</a:t>
            </a:r>
          </a:p>
        </p:txBody>
      </p:sp>
    </p:spTree>
    <p:extLst>
      <p:ext uri="{BB962C8B-B14F-4D97-AF65-F5344CB8AC3E}">
        <p14:creationId xmlns:p14="http://schemas.microsoft.com/office/powerpoint/2010/main" val="1629168086"/>
      </p:ext>
    </p:extLst>
  </p:cSld>
  <p:clrMapOvr>
    <a:masterClrMapping/>
  </p:clrMapOvr>
  <p:transition spd="slow">
    <p:cove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2">
            <a:extLst>
              <a:ext uri="{FF2B5EF4-FFF2-40B4-BE49-F238E27FC236}">
                <a16:creationId xmlns:a16="http://schemas.microsoft.com/office/drawing/2014/main" id="{6A44F568-679F-18FF-78E5-3E13D6C91B7B}"/>
              </a:ext>
            </a:extLst>
          </p:cNvPr>
          <p:cNvSpPr>
            <a:spLocks noGrp="1"/>
          </p:cNvSpPr>
          <p:nvPr>
            <p:ph type="body" idx="1"/>
          </p:nvPr>
        </p:nvSpPr>
        <p:spPr>
          <a:xfrm>
            <a:off x="489045" y="1502488"/>
            <a:ext cx="5518980" cy="333332"/>
          </a:xfrm>
        </p:spPr>
        <p:txBody>
          <a:bodyPr/>
          <a:lstStyle/>
          <a:p>
            <a:endParaRPr lang="en-US"/>
          </a:p>
        </p:txBody>
      </p:sp>
      <p:sp>
        <p:nvSpPr>
          <p:cNvPr id="5" name="object 2">
            <a:extLst>
              <a:ext uri="{FF2B5EF4-FFF2-40B4-BE49-F238E27FC236}">
                <a16:creationId xmlns:a16="http://schemas.microsoft.com/office/drawing/2014/main" id="{FA9E9E94-6E44-DAAC-8248-7556BB3E7BD9}"/>
              </a:ext>
            </a:extLst>
          </p:cNvPr>
          <p:cNvSpPr/>
          <p:nvPr/>
        </p:nvSpPr>
        <p:spPr>
          <a:xfrm>
            <a:off x="0" y="1458097"/>
            <a:ext cx="12192000" cy="5399903"/>
          </a:xfrm>
          <a:custGeom>
            <a:avLst/>
            <a:gdLst/>
            <a:ahLst/>
            <a:cxnLst/>
            <a:rect l="l" t="t" r="r" b="b"/>
            <a:pathLst>
              <a:path w="10692130" h="5418455">
                <a:moveTo>
                  <a:pt x="0" y="5417997"/>
                </a:moveTo>
                <a:lnTo>
                  <a:pt x="10692003" y="5417997"/>
                </a:lnTo>
                <a:lnTo>
                  <a:pt x="10692003" y="0"/>
                </a:lnTo>
                <a:lnTo>
                  <a:pt x="0" y="0"/>
                </a:lnTo>
                <a:lnTo>
                  <a:pt x="0" y="5417997"/>
                </a:lnTo>
                <a:close/>
              </a:path>
            </a:pathLst>
          </a:custGeom>
          <a:solidFill>
            <a:srgbClr val="9E0A0F"/>
          </a:solidFill>
        </p:spPr>
        <p:txBody>
          <a:bodyPr wrap="square" lIns="0" tIns="0" rIns="0" bIns="0" rtlCol="0"/>
          <a:lstStyle/>
          <a:p>
            <a:pPr defTabSz="773948"/>
            <a:endParaRPr lang="en-US" sz="1524" dirty="0">
              <a:solidFill>
                <a:prstClr val="black"/>
              </a:solidFill>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177FC30B-3EAA-A082-10AB-84C04A4B9DAA}"/>
              </a:ext>
            </a:extLst>
          </p:cNvPr>
          <p:cNvSpPr txBox="1"/>
          <p:nvPr/>
        </p:nvSpPr>
        <p:spPr>
          <a:xfrm>
            <a:off x="321275" y="709297"/>
            <a:ext cx="12191998" cy="584775"/>
          </a:xfrm>
          <a:prstGeom prst="rect">
            <a:avLst/>
          </a:prstGeom>
          <a:noFill/>
        </p:spPr>
        <p:txBody>
          <a:bodyPr wrap="square">
            <a:spAutoFit/>
          </a:bodyPr>
          <a:lstStyle/>
          <a:p>
            <a:pPr algn="just"/>
            <a:r>
              <a:rPr lang="vi-VN" sz="3200" b="1" dirty="0">
                <a:solidFill>
                  <a:srgbClr val="8E0000"/>
                </a:solidFill>
                <a:latin typeface="Times New Roman" panose="02020603050405020304" pitchFamily="18" charset="0"/>
                <a:cs typeface="Times New Roman" panose="02020603050405020304" pitchFamily="18" charset="0"/>
              </a:rPr>
              <a:t>05</a:t>
            </a:r>
            <a:endParaRPr lang="en-US" sz="3200" b="1" dirty="0">
              <a:solidFill>
                <a:srgbClr val="8E0000"/>
              </a:solidFill>
              <a:latin typeface="Times New Roman" panose="02020603050405020304" pitchFamily="18" charset="0"/>
              <a:cs typeface="Times New Roman" panose="02020603050405020304" pitchFamily="18" charset="0"/>
            </a:endParaRPr>
          </a:p>
        </p:txBody>
      </p:sp>
      <p:sp>
        <p:nvSpPr>
          <p:cNvPr id="7" name="Title 3">
            <a:extLst>
              <a:ext uri="{FF2B5EF4-FFF2-40B4-BE49-F238E27FC236}">
                <a16:creationId xmlns:a16="http://schemas.microsoft.com/office/drawing/2014/main" id="{1DFA080C-0254-3C94-F0F0-B4F42E173674}"/>
              </a:ext>
            </a:extLst>
          </p:cNvPr>
          <p:cNvSpPr txBox="1">
            <a:spLocks/>
          </p:cNvSpPr>
          <p:nvPr/>
        </p:nvSpPr>
        <p:spPr>
          <a:xfrm>
            <a:off x="930696" y="2163869"/>
            <a:ext cx="10973156" cy="1468094"/>
          </a:xfrm>
          <a:prstGeom prst="rect">
            <a:avLst/>
          </a:prstGeom>
        </p:spPr>
        <p:txBody>
          <a:bodyPr wrap="square" lIns="0" tIns="0" rIns="0" bIns="0">
            <a:spAutoFit/>
          </a:bodyPr>
          <a:lstStyle>
            <a:lvl1pPr>
              <a:defRPr sz="2370" b="1" i="0">
                <a:solidFill>
                  <a:srgbClr val="9E0A0F"/>
                </a:solidFill>
                <a:latin typeface="Verdana"/>
                <a:ea typeface="+mj-ea"/>
                <a:cs typeface="Verdana"/>
              </a:defRPr>
            </a:lvl1pPr>
          </a:lstStyle>
          <a:p>
            <a:r>
              <a:rPr lang="vi-VN" sz="4800" dirty="0">
                <a:solidFill>
                  <a:schemeClr val="bg1"/>
                </a:solidFill>
                <a:latin typeface="Times New Roman" panose="02020603050405020304" pitchFamily="18" charset="0"/>
                <a:cs typeface="Times New Roman" panose="02020603050405020304" pitchFamily="18" charset="0"/>
              </a:rPr>
              <a:t>Đánh giá</a:t>
            </a:r>
            <a:br>
              <a:rPr lang="vi-VN" sz="4800" kern="0" dirty="0">
                <a:solidFill>
                  <a:schemeClr val="bg1"/>
                </a:solidFill>
                <a:latin typeface="Times New Roman" panose="02020603050405020304" pitchFamily="18" charset="0"/>
                <a:cs typeface="Times New Roman" panose="02020603050405020304" pitchFamily="18" charset="0"/>
              </a:rPr>
            </a:br>
            <a:br>
              <a:rPr lang="vi-VN" b="0" kern="0" dirty="0">
                <a:solidFill>
                  <a:schemeClr val="bg1"/>
                </a:solidFill>
                <a:latin typeface="Times New Roman" panose="02020603050405020304" pitchFamily="18" charset="0"/>
                <a:cs typeface="Times New Roman" panose="02020603050405020304" pitchFamily="18" charset="0"/>
              </a:rPr>
            </a:br>
            <a:endParaRPr lang="en-US" kern="0"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97451170"/>
      </p:ext>
    </p:extLst>
  </p:cSld>
  <p:clrMapOvr>
    <a:masterClrMapping/>
  </p:clrMapOvr>
  <p:transition spd="slow">
    <p:cove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4043B8-1164-F77E-160D-E50B6847FA55}"/>
              </a:ext>
            </a:extLst>
          </p:cNvPr>
          <p:cNvSpPr>
            <a:spLocks noGrp="1"/>
          </p:cNvSpPr>
          <p:nvPr>
            <p:ph type="title"/>
          </p:nvPr>
        </p:nvSpPr>
        <p:spPr>
          <a:xfrm>
            <a:off x="419773" y="295070"/>
            <a:ext cx="4727658" cy="246221"/>
          </a:xfrm>
        </p:spPr>
        <p:txBody>
          <a:bodyPr/>
          <a:lstStyle/>
          <a:p>
            <a:r>
              <a:rPr lang="vi-VN" sz="1600" dirty="0">
                <a:solidFill>
                  <a:schemeClr val="bg1"/>
                </a:solidFill>
                <a:latin typeface="+mj-lt"/>
              </a:rPr>
              <a:t>Ưu điểm</a:t>
            </a:r>
            <a:endParaRPr lang="en-US" sz="1600" dirty="0">
              <a:solidFill>
                <a:schemeClr val="bg1"/>
              </a:solidFill>
              <a:latin typeface="+mj-lt"/>
            </a:endParaRPr>
          </a:p>
        </p:txBody>
      </p:sp>
      <p:sp>
        <p:nvSpPr>
          <p:cNvPr id="3" name="Text Placeholder 2">
            <a:extLst>
              <a:ext uri="{FF2B5EF4-FFF2-40B4-BE49-F238E27FC236}">
                <a16:creationId xmlns:a16="http://schemas.microsoft.com/office/drawing/2014/main" id="{D63D30C1-78DC-FEE8-011B-1BF32F8F988F}"/>
              </a:ext>
            </a:extLst>
          </p:cNvPr>
          <p:cNvSpPr>
            <a:spLocks noGrp="1"/>
          </p:cNvSpPr>
          <p:nvPr>
            <p:ph type="body" idx="1"/>
          </p:nvPr>
        </p:nvSpPr>
        <p:spPr>
          <a:xfrm>
            <a:off x="489044" y="1502488"/>
            <a:ext cx="10723241" cy="3816429"/>
          </a:xfrm>
        </p:spPr>
        <p:txBody>
          <a:bodyPr/>
          <a:lstStyle/>
          <a:p>
            <a:r>
              <a:rPr lang="vi-VN" sz="2800" dirty="0">
                <a:solidFill>
                  <a:schemeClr val="tx1"/>
                </a:solidFill>
                <a:latin typeface="+mj-lt"/>
              </a:rPr>
              <a:t>Tối ưu hóa quản lý dữ liệu</a:t>
            </a:r>
          </a:p>
          <a:p>
            <a:r>
              <a:rPr lang="vi-VN" sz="2400" b="0" dirty="0">
                <a:solidFill>
                  <a:schemeClr val="tx1"/>
                </a:solidFill>
                <a:latin typeface="+mj-lt"/>
              </a:rPr>
              <a:t>Hệ thống xây dựng thành công cơ sở dữ liệu SQL Server ổn định, cho phép lưu trữ và truy xuất thông tin thu chi, ví tiền và tiết kiệm một cách chính xác, đảm bảo tính nhất quán của dữ liệu người dùng.</a:t>
            </a:r>
          </a:p>
          <a:p>
            <a:endParaRPr lang="vi-VN" sz="2400" b="0" dirty="0">
              <a:solidFill>
                <a:schemeClr val="tx1"/>
              </a:solidFill>
              <a:latin typeface="+mj-lt"/>
            </a:endParaRPr>
          </a:p>
          <a:p>
            <a:endParaRPr lang="vi-VN" sz="2400" b="0" dirty="0">
              <a:solidFill>
                <a:schemeClr val="tx1"/>
              </a:solidFill>
              <a:latin typeface="+mj-lt"/>
            </a:endParaRPr>
          </a:p>
          <a:p>
            <a:r>
              <a:rPr lang="vi-VN" sz="2800" dirty="0">
                <a:solidFill>
                  <a:schemeClr val="tx1"/>
                </a:solidFill>
                <a:latin typeface="+mj-lt"/>
              </a:rPr>
              <a:t>Giao diện trực quan</a:t>
            </a:r>
          </a:p>
          <a:p>
            <a:r>
              <a:rPr lang="vi-VN" sz="2400" b="0" dirty="0">
                <a:solidFill>
                  <a:schemeClr val="tx1"/>
                </a:solidFill>
                <a:latin typeface="+mj-lt"/>
              </a:rPr>
              <a:t>Ứng dụng WinForms thiết kế với bố cục rõ ràng, tích hợp biểu </a:t>
            </a:r>
            <a:r>
              <a:rPr lang="en-US" sz="2400" b="0" dirty="0" err="1">
                <a:solidFill>
                  <a:schemeClr val="tx1"/>
                </a:solidFill>
                <a:latin typeface="+mj-lt"/>
              </a:rPr>
              <a:t>đồ</a:t>
            </a:r>
            <a:r>
              <a:rPr lang="vi-VN" sz="2400" b="0" dirty="0">
                <a:solidFill>
                  <a:schemeClr val="tx1"/>
                </a:solidFill>
                <a:latin typeface="+mj-lt"/>
              </a:rPr>
              <a:t> Doughnut Chart giúp người dùng dễ dàng theo dõi biến động tài chính và các khoản chi tiêu một cách sinh động, dễ hiểu.</a:t>
            </a:r>
            <a:endParaRPr lang="en-US" sz="2400" b="0" dirty="0">
              <a:solidFill>
                <a:schemeClr val="tx1"/>
              </a:solidFill>
              <a:latin typeface="+mj-lt"/>
            </a:endParaRPr>
          </a:p>
        </p:txBody>
      </p:sp>
    </p:spTree>
    <p:extLst>
      <p:ext uri="{BB962C8B-B14F-4D97-AF65-F5344CB8AC3E}">
        <p14:creationId xmlns:p14="http://schemas.microsoft.com/office/powerpoint/2010/main" val="2830378197"/>
      </p:ext>
    </p:extLst>
  </p:cSld>
  <p:clrMapOvr>
    <a:masterClrMapping/>
  </p:clrMapOvr>
  <p:transition spd="slow">
    <p:cove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21FD29-902B-2E99-1CF0-27CDBF46F744}"/>
              </a:ext>
            </a:extLst>
          </p:cNvPr>
          <p:cNvSpPr>
            <a:spLocks noGrp="1"/>
          </p:cNvSpPr>
          <p:nvPr>
            <p:ph type="title"/>
          </p:nvPr>
        </p:nvSpPr>
        <p:spPr>
          <a:xfrm>
            <a:off x="445998" y="261919"/>
            <a:ext cx="4727658" cy="246221"/>
          </a:xfrm>
        </p:spPr>
        <p:txBody>
          <a:bodyPr/>
          <a:lstStyle/>
          <a:p>
            <a:r>
              <a:rPr lang="vi-VN" sz="1600" dirty="0">
                <a:solidFill>
                  <a:schemeClr val="bg1"/>
                </a:solidFill>
                <a:latin typeface="+mj-lt"/>
              </a:rPr>
              <a:t>Nhược điểm</a:t>
            </a:r>
            <a:endParaRPr lang="en-US" sz="1600" dirty="0">
              <a:solidFill>
                <a:schemeClr val="bg1"/>
              </a:solidFill>
              <a:latin typeface="+mj-lt"/>
            </a:endParaRPr>
          </a:p>
        </p:txBody>
      </p:sp>
      <p:sp>
        <p:nvSpPr>
          <p:cNvPr id="3" name="Text Placeholder 2">
            <a:extLst>
              <a:ext uri="{FF2B5EF4-FFF2-40B4-BE49-F238E27FC236}">
                <a16:creationId xmlns:a16="http://schemas.microsoft.com/office/drawing/2014/main" id="{7E315361-2EE1-FB74-2058-17CAE7571B98}"/>
              </a:ext>
            </a:extLst>
          </p:cNvPr>
          <p:cNvSpPr>
            <a:spLocks noGrp="1"/>
          </p:cNvSpPr>
          <p:nvPr>
            <p:ph type="body" idx="1"/>
          </p:nvPr>
        </p:nvSpPr>
        <p:spPr>
          <a:xfrm>
            <a:off x="244612" y="1021043"/>
            <a:ext cx="11564410" cy="4308872"/>
          </a:xfrm>
        </p:spPr>
        <p:txBody>
          <a:bodyPr/>
          <a:lstStyle/>
          <a:p>
            <a:r>
              <a:rPr lang="vi-VN" sz="2800" dirty="0">
                <a:solidFill>
                  <a:schemeClr val="tx1"/>
                </a:solidFill>
                <a:latin typeface="+mj-lt"/>
              </a:rPr>
              <a:t>Hạn chế về tính năng nâng cao</a:t>
            </a:r>
          </a:p>
          <a:p>
            <a:r>
              <a:rPr lang="vi-VN" sz="2400" b="0" dirty="0" err="1">
                <a:solidFill>
                  <a:schemeClr val="tx1"/>
                </a:solidFill>
                <a:latin typeface="+mj-lt"/>
              </a:rPr>
              <a:t>Phầ</a:t>
            </a:r>
            <a:r>
              <a:rPr lang="en-US" sz="2400" b="0" dirty="0">
                <a:solidFill>
                  <a:schemeClr val="tx1"/>
                </a:solidFill>
                <a:latin typeface="+mj-lt"/>
              </a:rPr>
              <a:t>n</a:t>
            </a:r>
            <a:r>
              <a:rPr lang="vi-VN" sz="2400" b="0" dirty="0">
                <a:solidFill>
                  <a:schemeClr val="tx1"/>
                </a:solidFill>
                <a:latin typeface="+mj-lt"/>
              </a:rPr>
              <a:t> mềm vẫn còn tồn tại một số nhược điểm như chưa có khả năng </a:t>
            </a:r>
            <a:r>
              <a:rPr lang="en-US" sz="2400" b="0" dirty="0" err="1">
                <a:solidFill>
                  <a:schemeClr val="tx1"/>
                </a:solidFill>
                <a:latin typeface="+mj-lt"/>
              </a:rPr>
              <a:t>đồng</a:t>
            </a:r>
            <a:r>
              <a:rPr lang="vi-VN" sz="2400" b="0" dirty="0">
                <a:solidFill>
                  <a:schemeClr val="tx1"/>
                </a:solidFill>
                <a:latin typeface="+mj-lt"/>
              </a:rPr>
              <a:t> bộ hóa dữ liệu trực tuyến qua đám mây và thiếu các c</a:t>
            </a:r>
            <a:r>
              <a:rPr lang="en-US" sz="2400" b="0" dirty="0" err="1">
                <a:solidFill>
                  <a:schemeClr val="tx1"/>
                </a:solidFill>
                <a:latin typeface="+mj-lt"/>
              </a:rPr>
              <a:t>ông</a:t>
            </a:r>
            <a:r>
              <a:rPr lang="vi-VN" sz="2400" b="0" dirty="0">
                <a:solidFill>
                  <a:schemeClr val="tx1"/>
                </a:solidFill>
                <a:latin typeface="+mj-lt"/>
              </a:rPr>
              <a:t> cụ phân tích dự báo chi tiêu thông min</a:t>
            </a:r>
            <a:r>
              <a:rPr lang="en-US" sz="2400" b="0" dirty="0">
                <a:solidFill>
                  <a:schemeClr val="tx1"/>
                </a:solidFill>
                <a:latin typeface="+mj-lt"/>
              </a:rPr>
              <a:t>h</a:t>
            </a:r>
            <a:r>
              <a:rPr lang="vi-VN" sz="2400" b="0" dirty="0">
                <a:solidFill>
                  <a:schemeClr val="tx1"/>
                </a:solidFill>
                <a:latin typeface="+mj-lt"/>
              </a:rPr>
              <a:t> dựa thêm dữ liệu lịch sử.</a:t>
            </a:r>
          </a:p>
          <a:p>
            <a:endParaRPr lang="vi-VN" sz="2400" b="0" dirty="0">
              <a:solidFill>
                <a:schemeClr val="tx1"/>
              </a:solidFill>
              <a:latin typeface="+mj-lt"/>
            </a:endParaRPr>
          </a:p>
          <a:p>
            <a:endParaRPr lang="vi-VN" sz="2400" b="0" dirty="0">
              <a:solidFill>
                <a:schemeClr val="tx1"/>
              </a:solidFill>
              <a:latin typeface="+mj-lt"/>
            </a:endParaRPr>
          </a:p>
          <a:p>
            <a:r>
              <a:rPr lang="vi-VN" sz="2800" dirty="0">
                <a:solidFill>
                  <a:schemeClr val="tx1"/>
                </a:solidFill>
                <a:latin typeface="+mj-lt"/>
              </a:rPr>
              <a:t>Khả năng xử lý lỗi người dùng</a:t>
            </a:r>
          </a:p>
          <a:p>
            <a:r>
              <a:rPr lang="vi-VN" sz="2400" b="0" dirty="0">
                <a:solidFill>
                  <a:schemeClr val="tx1"/>
                </a:solidFill>
                <a:latin typeface="+mj-lt"/>
              </a:rPr>
              <a:t>Dù đã qua kiểm thử, hệ thống đôi khi gặp khó khăn trong việc xử lý các tình huống nhập liệu sai định dạng phức tạp hoặc các lỗi phát sinh từ kết nối cơ sở dữ liệu trong môi trường mạng không ổn định</a:t>
            </a:r>
            <a:r>
              <a:rPr lang="vi-VN" sz="2800" b="0" dirty="0">
                <a:solidFill>
                  <a:schemeClr val="tx1"/>
                </a:solidFill>
                <a:latin typeface="+mj-lt"/>
              </a:rPr>
              <a:t>.</a:t>
            </a:r>
            <a:endParaRPr lang="en-US" sz="2800" b="0" dirty="0">
              <a:solidFill>
                <a:schemeClr val="tx1"/>
              </a:solidFill>
              <a:latin typeface="+mj-lt"/>
            </a:endParaRPr>
          </a:p>
          <a:p>
            <a:endParaRPr lang="vi-VN" sz="2800" dirty="0">
              <a:solidFill>
                <a:schemeClr val="tx1"/>
              </a:solidFill>
            </a:endParaRPr>
          </a:p>
        </p:txBody>
      </p:sp>
    </p:spTree>
    <p:extLst>
      <p:ext uri="{BB962C8B-B14F-4D97-AF65-F5344CB8AC3E}">
        <p14:creationId xmlns:p14="http://schemas.microsoft.com/office/powerpoint/2010/main" val="3357515527"/>
      </p:ext>
    </p:extLst>
  </p:cSld>
  <p:clrMapOvr>
    <a:masterClrMapping/>
  </p:clrMapOvr>
  <p:transition spd="slow">
    <p:cove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2">
            <a:extLst>
              <a:ext uri="{FF2B5EF4-FFF2-40B4-BE49-F238E27FC236}">
                <a16:creationId xmlns:a16="http://schemas.microsoft.com/office/drawing/2014/main" id="{9294B640-ED0F-BAC3-90B7-9AE7077CAEE6}"/>
              </a:ext>
            </a:extLst>
          </p:cNvPr>
          <p:cNvSpPr>
            <a:spLocks noGrp="1"/>
          </p:cNvSpPr>
          <p:nvPr>
            <p:ph type="body" idx="1"/>
          </p:nvPr>
        </p:nvSpPr>
        <p:spPr>
          <a:xfrm>
            <a:off x="489045" y="1502488"/>
            <a:ext cx="5518980" cy="333332"/>
          </a:xfrm>
        </p:spPr>
        <p:txBody>
          <a:bodyPr/>
          <a:lstStyle/>
          <a:p>
            <a:endParaRPr lang="en-US"/>
          </a:p>
        </p:txBody>
      </p:sp>
      <p:sp>
        <p:nvSpPr>
          <p:cNvPr id="5" name="object 2">
            <a:extLst>
              <a:ext uri="{FF2B5EF4-FFF2-40B4-BE49-F238E27FC236}">
                <a16:creationId xmlns:a16="http://schemas.microsoft.com/office/drawing/2014/main" id="{02B7BE6C-CFC7-00DC-82B7-50293F7B165E}"/>
              </a:ext>
            </a:extLst>
          </p:cNvPr>
          <p:cNvSpPr/>
          <p:nvPr/>
        </p:nvSpPr>
        <p:spPr>
          <a:xfrm>
            <a:off x="0" y="1458097"/>
            <a:ext cx="12192000" cy="5399903"/>
          </a:xfrm>
          <a:custGeom>
            <a:avLst/>
            <a:gdLst/>
            <a:ahLst/>
            <a:cxnLst/>
            <a:rect l="l" t="t" r="r" b="b"/>
            <a:pathLst>
              <a:path w="10692130" h="5418455">
                <a:moveTo>
                  <a:pt x="0" y="5417997"/>
                </a:moveTo>
                <a:lnTo>
                  <a:pt x="10692003" y="5417997"/>
                </a:lnTo>
                <a:lnTo>
                  <a:pt x="10692003" y="0"/>
                </a:lnTo>
                <a:lnTo>
                  <a:pt x="0" y="0"/>
                </a:lnTo>
                <a:lnTo>
                  <a:pt x="0" y="5417997"/>
                </a:lnTo>
                <a:close/>
              </a:path>
            </a:pathLst>
          </a:custGeom>
          <a:solidFill>
            <a:srgbClr val="9E0A0F"/>
          </a:solidFill>
        </p:spPr>
        <p:txBody>
          <a:bodyPr wrap="square" lIns="0" tIns="0" rIns="0" bIns="0" rtlCol="0"/>
          <a:lstStyle/>
          <a:p>
            <a:pPr defTabSz="773948"/>
            <a:endParaRPr lang="en-US" sz="1524" dirty="0">
              <a:solidFill>
                <a:prstClr val="black"/>
              </a:solidFill>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06147FAA-C8E0-0A16-244D-6D62A46991D4}"/>
              </a:ext>
            </a:extLst>
          </p:cNvPr>
          <p:cNvSpPr txBox="1"/>
          <p:nvPr/>
        </p:nvSpPr>
        <p:spPr>
          <a:xfrm>
            <a:off x="321275" y="709297"/>
            <a:ext cx="12191998" cy="584775"/>
          </a:xfrm>
          <a:prstGeom prst="rect">
            <a:avLst/>
          </a:prstGeom>
          <a:noFill/>
        </p:spPr>
        <p:txBody>
          <a:bodyPr wrap="square">
            <a:spAutoFit/>
          </a:bodyPr>
          <a:lstStyle/>
          <a:p>
            <a:pPr algn="just"/>
            <a:r>
              <a:rPr lang="vi-VN" sz="3200" b="1" dirty="0">
                <a:solidFill>
                  <a:srgbClr val="8E0000"/>
                </a:solidFill>
                <a:latin typeface="Times New Roman" panose="02020603050405020304" pitchFamily="18" charset="0"/>
                <a:cs typeface="Times New Roman" panose="02020603050405020304" pitchFamily="18" charset="0"/>
              </a:rPr>
              <a:t>06</a:t>
            </a:r>
            <a:endParaRPr lang="en-US" sz="3200" b="1" dirty="0">
              <a:solidFill>
                <a:srgbClr val="8E0000"/>
              </a:solidFill>
              <a:latin typeface="Times New Roman" panose="02020603050405020304" pitchFamily="18" charset="0"/>
              <a:cs typeface="Times New Roman" panose="02020603050405020304" pitchFamily="18" charset="0"/>
            </a:endParaRPr>
          </a:p>
        </p:txBody>
      </p:sp>
      <p:sp>
        <p:nvSpPr>
          <p:cNvPr id="7" name="Title 3">
            <a:extLst>
              <a:ext uri="{FF2B5EF4-FFF2-40B4-BE49-F238E27FC236}">
                <a16:creationId xmlns:a16="http://schemas.microsoft.com/office/drawing/2014/main" id="{83BF9F5F-118B-808F-DC70-91077479B9D0}"/>
              </a:ext>
            </a:extLst>
          </p:cNvPr>
          <p:cNvSpPr txBox="1">
            <a:spLocks/>
          </p:cNvSpPr>
          <p:nvPr/>
        </p:nvSpPr>
        <p:spPr>
          <a:xfrm>
            <a:off x="930696" y="2163869"/>
            <a:ext cx="10973156" cy="2215991"/>
          </a:xfrm>
          <a:prstGeom prst="rect">
            <a:avLst/>
          </a:prstGeom>
        </p:spPr>
        <p:txBody>
          <a:bodyPr wrap="square" lIns="0" tIns="0" rIns="0" bIns="0">
            <a:spAutoFit/>
          </a:bodyPr>
          <a:lstStyle>
            <a:lvl1pPr>
              <a:defRPr sz="2370" b="1" i="0">
                <a:solidFill>
                  <a:srgbClr val="9E0A0F"/>
                </a:solidFill>
                <a:latin typeface="Verdana"/>
                <a:ea typeface="+mj-ea"/>
                <a:cs typeface="Verdana"/>
              </a:defRPr>
            </a:lvl1pPr>
          </a:lstStyle>
          <a:p>
            <a:r>
              <a:rPr lang="vi-VN" sz="4800" kern="0" dirty="0">
                <a:solidFill>
                  <a:schemeClr val="bg1"/>
                </a:solidFill>
                <a:latin typeface="Times New Roman" panose="02020603050405020304" pitchFamily="18" charset="0"/>
                <a:cs typeface="Times New Roman" panose="02020603050405020304" pitchFamily="18" charset="0"/>
              </a:rPr>
              <a:t>Kết luận và hướng phát triển</a:t>
            </a:r>
            <a:br>
              <a:rPr lang="vi-VN" sz="4800" kern="0" dirty="0">
                <a:solidFill>
                  <a:schemeClr val="bg1"/>
                </a:solidFill>
                <a:latin typeface="Times New Roman" panose="02020603050405020304" pitchFamily="18" charset="0"/>
                <a:cs typeface="Times New Roman" panose="02020603050405020304" pitchFamily="18" charset="0"/>
              </a:rPr>
            </a:br>
            <a:br>
              <a:rPr lang="vi-VN" sz="4800" kern="0" dirty="0">
                <a:solidFill>
                  <a:schemeClr val="bg1"/>
                </a:solidFill>
                <a:latin typeface="Times New Roman" panose="02020603050405020304" pitchFamily="18" charset="0"/>
                <a:cs typeface="Times New Roman" panose="02020603050405020304" pitchFamily="18" charset="0"/>
              </a:rPr>
            </a:br>
            <a:endParaRPr lang="en-US" sz="4800" kern="0"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42526009"/>
      </p:ext>
    </p:extLst>
  </p:cSld>
  <p:clrMapOvr>
    <a:masterClrMapping/>
  </p:clrMapOvr>
  <p:transition spd="slow">
    <p:cove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2">
            <a:extLst>
              <a:ext uri="{FF2B5EF4-FFF2-40B4-BE49-F238E27FC236}">
                <a16:creationId xmlns:a16="http://schemas.microsoft.com/office/drawing/2014/main" id="{5087CD9C-D130-3A01-613B-6A6184B8CCE8}"/>
              </a:ext>
            </a:extLst>
          </p:cNvPr>
          <p:cNvSpPr/>
          <p:nvPr/>
        </p:nvSpPr>
        <p:spPr>
          <a:xfrm>
            <a:off x="793790" y="0"/>
            <a:ext cx="5670590" cy="708779"/>
          </a:xfrm>
          <a:prstGeom prst="rect">
            <a:avLst/>
          </a:prstGeom>
          <a:noFill/>
          <a:ln/>
        </p:spPr>
        <p:txBody>
          <a:bodyPr wrap="none" lIns="0" tIns="0" rIns="0" bIns="0" rtlCol="0" anchor="t"/>
          <a:lstStyle/>
          <a:p>
            <a:pPr marL="0" indent="0" algn="l">
              <a:lnSpc>
                <a:spcPts val="5550"/>
              </a:lnSpc>
              <a:buNone/>
            </a:pPr>
            <a:r>
              <a:rPr lang="en-US" b="1" dirty="0" err="1">
                <a:solidFill>
                  <a:schemeClr val="bg1"/>
                </a:solidFill>
                <a:latin typeface="Times New Roman" panose="02020603050405020304" pitchFamily="18" charset="0"/>
                <a:ea typeface="Roboto Slab" pitchFamily="34" charset="-122"/>
                <a:cs typeface="Times New Roman" panose="02020603050405020304" pitchFamily="18" charset="0"/>
              </a:rPr>
              <a:t>Kết</a:t>
            </a:r>
            <a:r>
              <a:rPr lang="en-US" b="1" dirty="0">
                <a:solidFill>
                  <a:schemeClr val="bg1"/>
                </a:solidFill>
                <a:latin typeface="Times New Roman" panose="02020603050405020304" pitchFamily="18" charset="0"/>
                <a:ea typeface="Roboto Slab" pitchFamily="34" charset="-122"/>
                <a:cs typeface="Times New Roman" panose="02020603050405020304" pitchFamily="18" charset="0"/>
              </a:rPr>
              <a:t> Luận</a:t>
            </a:r>
            <a:r>
              <a:rPr lang="vi-VN" b="1" dirty="0">
                <a:solidFill>
                  <a:schemeClr val="bg1"/>
                </a:solidFill>
                <a:latin typeface="Times New Roman" panose="02020603050405020304" pitchFamily="18" charset="0"/>
                <a:ea typeface="Roboto Slab" pitchFamily="34" charset="-122"/>
                <a:cs typeface="Times New Roman" panose="02020603050405020304" pitchFamily="18" charset="0"/>
              </a:rPr>
              <a:t> &amp; Hướng phát triển</a:t>
            </a:r>
            <a:endParaRPr lang="en-US" b="1" dirty="0">
              <a:solidFill>
                <a:schemeClr val="bg1"/>
              </a:solidFill>
              <a:latin typeface="Times New Roman" panose="02020603050405020304" pitchFamily="18" charset="0"/>
              <a:cs typeface="Times New Roman" panose="02020603050405020304" pitchFamily="18" charset="0"/>
            </a:endParaRPr>
          </a:p>
        </p:txBody>
      </p:sp>
      <p:sp>
        <p:nvSpPr>
          <p:cNvPr id="7" name="Text 4">
            <a:extLst>
              <a:ext uri="{FF2B5EF4-FFF2-40B4-BE49-F238E27FC236}">
                <a16:creationId xmlns:a16="http://schemas.microsoft.com/office/drawing/2014/main" id="{72B2979C-309C-51D8-BA9D-5947D2147333}"/>
              </a:ext>
            </a:extLst>
          </p:cNvPr>
          <p:cNvSpPr/>
          <p:nvPr/>
        </p:nvSpPr>
        <p:spPr>
          <a:xfrm>
            <a:off x="296562" y="970205"/>
            <a:ext cx="11541211" cy="5363402"/>
          </a:xfrm>
          <a:prstGeom prst="rect">
            <a:avLst/>
          </a:prstGeom>
          <a:noFill/>
          <a:ln/>
        </p:spPr>
        <p:txBody>
          <a:bodyPr wrap="square" lIns="0" tIns="0" rIns="0" bIns="0" rtlCol="0" anchor="t"/>
          <a:lstStyle/>
          <a:p>
            <a:endParaRPr lang="vi-VN" sz="2400" dirty="0">
              <a:latin typeface="Times New Roman" panose="02020603050405020304" pitchFamily="18" charset="0"/>
              <a:cs typeface="Times New Roman" panose="02020603050405020304" pitchFamily="18" charset="0"/>
            </a:endParaRPr>
          </a:p>
          <a:p>
            <a:pPr marL="0" indent="0" algn="l">
              <a:lnSpc>
                <a:spcPts val="2850"/>
              </a:lnSpc>
              <a:buNone/>
            </a:pPr>
            <a:endParaRPr lang="en-US" sz="2400" dirty="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1688470B-BFA8-757B-D35D-F9C7A0CDD422}"/>
              </a:ext>
            </a:extLst>
          </p:cNvPr>
          <p:cNvPicPr>
            <a:picLocks noChangeAspect="1"/>
          </p:cNvPicPr>
          <p:nvPr/>
        </p:nvPicPr>
        <p:blipFill>
          <a:blip r:embed="rId2"/>
          <a:stretch>
            <a:fillRect/>
          </a:stretch>
        </p:blipFill>
        <p:spPr>
          <a:xfrm>
            <a:off x="296562" y="846165"/>
            <a:ext cx="11598876" cy="5363402"/>
          </a:xfrm>
          <a:prstGeom prst="rect">
            <a:avLst/>
          </a:prstGeom>
        </p:spPr>
      </p:pic>
    </p:spTree>
    <p:extLst>
      <p:ext uri="{BB962C8B-B14F-4D97-AF65-F5344CB8AC3E}">
        <p14:creationId xmlns:p14="http://schemas.microsoft.com/office/powerpoint/2010/main" val="1947792125"/>
      </p:ext>
    </p:extLst>
  </p:cSld>
  <p:clrMapOvr>
    <a:masterClrMapping/>
  </p:clrMapOvr>
  <p:transition spd="slow">
    <p:cove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3031" y="2811294"/>
            <a:ext cx="12205032" cy="4046622"/>
          </a:xfrm>
          <a:custGeom>
            <a:avLst/>
            <a:gdLst/>
            <a:ahLst/>
            <a:cxnLst/>
            <a:rect l="l" t="t" r="r" b="b"/>
            <a:pathLst>
              <a:path w="10692130" h="5418455">
                <a:moveTo>
                  <a:pt x="0" y="5417997"/>
                </a:moveTo>
                <a:lnTo>
                  <a:pt x="10692003" y="5417997"/>
                </a:lnTo>
                <a:lnTo>
                  <a:pt x="10692003" y="0"/>
                </a:lnTo>
                <a:lnTo>
                  <a:pt x="0" y="0"/>
                </a:lnTo>
                <a:lnTo>
                  <a:pt x="0" y="5417997"/>
                </a:lnTo>
                <a:close/>
              </a:path>
            </a:pathLst>
          </a:custGeom>
          <a:solidFill>
            <a:srgbClr val="9E0A0F"/>
          </a:solidFill>
        </p:spPr>
        <p:txBody>
          <a:bodyPr wrap="square" lIns="0" tIns="0" rIns="0" bIns="0" rtlCol="0"/>
          <a:lstStyle/>
          <a:p>
            <a:pPr defTabSz="773948"/>
            <a:endParaRPr sz="2053">
              <a:solidFill>
                <a:prstClr val="black"/>
              </a:solidFill>
              <a:latin typeface="Calibri"/>
            </a:endParaRPr>
          </a:p>
        </p:txBody>
      </p:sp>
      <p:sp>
        <p:nvSpPr>
          <p:cNvPr id="5" name="TextBox 4">
            <a:extLst>
              <a:ext uri="{FF2B5EF4-FFF2-40B4-BE49-F238E27FC236}">
                <a16:creationId xmlns:a16="http://schemas.microsoft.com/office/drawing/2014/main" id="{CA8E57CD-FACC-414F-B8BB-08BB913B58BA}"/>
              </a:ext>
            </a:extLst>
          </p:cNvPr>
          <p:cNvSpPr txBox="1"/>
          <p:nvPr/>
        </p:nvSpPr>
        <p:spPr>
          <a:xfrm>
            <a:off x="-13032" y="3544841"/>
            <a:ext cx="12205031" cy="584775"/>
          </a:xfrm>
          <a:prstGeom prst="rect">
            <a:avLst/>
          </a:prstGeom>
          <a:noFill/>
        </p:spPr>
        <p:txBody>
          <a:bodyPr wrap="square" rtlCol="0">
            <a:spAutoFit/>
          </a:bodyPr>
          <a:lstStyle/>
          <a:p>
            <a:pPr algn="ctr" defTabSz="773948"/>
            <a:r>
              <a:rPr lang="en-US" sz="3200" b="1" dirty="0">
                <a:solidFill>
                  <a:schemeClr val="bg1"/>
                </a:solidFill>
                <a:latin typeface="Myriad Pro" panose="020B0503030403020204"/>
                <a:cs typeface="Arial" panose="020B0604020202020204" pitchFamily="34" charset="0"/>
              </a:rPr>
              <a:t>TRƯỜNG ĐẠI HỌC YERSIN ĐÀ LẠT</a:t>
            </a:r>
          </a:p>
        </p:txBody>
      </p:sp>
      <p:sp>
        <p:nvSpPr>
          <p:cNvPr id="4" name="TextBox 3">
            <a:extLst>
              <a:ext uri="{FF2B5EF4-FFF2-40B4-BE49-F238E27FC236}">
                <a16:creationId xmlns:a16="http://schemas.microsoft.com/office/drawing/2014/main" id="{A934B390-DC1B-403B-B591-16C3A8C2133E}"/>
              </a:ext>
            </a:extLst>
          </p:cNvPr>
          <p:cNvSpPr txBox="1"/>
          <p:nvPr/>
        </p:nvSpPr>
        <p:spPr>
          <a:xfrm>
            <a:off x="-1" y="1563020"/>
            <a:ext cx="12191999" cy="830997"/>
          </a:xfrm>
          <a:prstGeom prst="rect">
            <a:avLst/>
          </a:prstGeom>
          <a:noFill/>
        </p:spPr>
        <p:txBody>
          <a:bodyPr wrap="square" rtlCol="0">
            <a:spAutoFit/>
          </a:bodyPr>
          <a:lstStyle/>
          <a:p>
            <a:pPr algn="ctr" defTabSz="773948"/>
            <a:r>
              <a:rPr lang="en-US" sz="4800" b="1" dirty="0">
                <a:solidFill>
                  <a:srgbClr val="C00000"/>
                </a:solidFill>
                <a:latin typeface="Myriad Pro" panose="020B0503030403020204"/>
                <a:cs typeface="Arial" panose="020B0604020202020204" pitchFamily="34" charset="0"/>
              </a:rPr>
              <a:t>TRÂN TRỌNG CẢM </a:t>
            </a:r>
            <a:r>
              <a:rPr lang="vi-VN" sz="4800" b="1" dirty="0">
                <a:solidFill>
                  <a:srgbClr val="C00000"/>
                </a:solidFill>
                <a:latin typeface="Arial" panose="020B0604020202020204" pitchFamily="34" charset="0"/>
                <a:cs typeface="Arial" panose="020B0604020202020204" pitchFamily="34" charset="0"/>
              </a:rPr>
              <a:t>Ơ</a:t>
            </a:r>
            <a:r>
              <a:rPr lang="en-US" sz="4800" b="1" dirty="0">
                <a:solidFill>
                  <a:srgbClr val="C00000"/>
                </a:solidFill>
                <a:latin typeface="Myriad Pro" panose="020B0503030403020204"/>
                <a:cs typeface="Arial" panose="020B0604020202020204" pitchFamily="34" charset="0"/>
              </a:rPr>
              <a:t>N!</a:t>
            </a:r>
          </a:p>
        </p:txBody>
      </p:sp>
      <p:sp>
        <p:nvSpPr>
          <p:cNvPr id="3" name="TextBox 2">
            <a:extLst>
              <a:ext uri="{FF2B5EF4-FFF2-40B4-BE49-F238E27FC236}">
                <a16:creationId xmlns:a16="http://schemas.microsoft.com/office/drawing/2014/main" id="{897B971F-9BD4-DF43-3653-5CCE11F34DEF}"/>
              </a:ext>
            </a:extLst>
          </p:cNvPr>
          <p:cNvSpPr txBox="1"/>
          <p:nvPr/>
        </p:nvSpPr>
        <p:spPr>
          <a:xfrm>
            <a:off x="5187712" y="6009489"/>
            <a:ext cx="1947200" cy="369332"/>
          </a:xfrm>
          <a:prstGeom prst="rect">
            <a:avLst/>
          </a:prstGeom>
          <a:noFill/>
        </p:spPr>
        <p:txBody>
          <a:bodyPr wrap="none" rtlCol="0">
            <a:spAutoFit/>
          </a:bodyPr>
          <a:lstStyle/>
          <a:p>
            <a:r>
              <a:rPr lang="en-US" dirty="0">
                <a:solidFill>
                  <a:schemeClr val="bg1"/>
                </a:solidFill>
              </a:rPr>
              <a:t>www.yersin.edu.vn</a:t>
            </a:r>
          </a:p>
        </p:txBody>
      </p:sp>
    </p:spTree>
    <p:extLst>
      <p:ext uri="{BB962C8B-B14F-4D97-AF65-F5344CB8AC3E}">
        <p14:creationId xmlns:p14="http://schemas.microsoft.com/office/powerpoint/2010/main" val="1584200161"/>
      </p:ext>
    </p:extLst>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主题​​">
  <a:themeElements>
    <a:clrScheme name="紫红色">
      <a:dk1>
        <a:sysClr val="windowText" lastClr="000000"/>
      </a:dk1>
      <a:lt1>
        <a:sysClr val="window" lastClr="FFFFFF"/>
      </a:lt1>
      <a:dk2>
        <a:srgbClr val="454551"/>
      </a:dk2>
      <a:lt2>
        <a:srgbClr val="D8D9DC"/>
      </a:lt2>
      <a:accent1>
        <a:srgbClr val="E32D91"/>
      </a:accent1>
      <a:accent2>
        <a:srgbClr val="C830CC"/>
      </a:accent2>
      <a:accent3>
        <a:srgbClr val="4EA6DC"/>
      </a:accent3>
      <a:accent4>
        <a:srgbClr val="4775E7"/>
      </a:accent4>
      <a:accent5>
        <a:srgbClr val="8971E1"/>
      </a:accent5>
      <a:accent6>
        <a:srgbClr val="D54773"/>
      </a:accent6>
      <a:hlink>
        <a:srgbClr val="6B9F25"/>
      </a:hlink>
      <a:folHlink>
        <a:srgbClr val="8C8C8C"/>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3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39382</TotalTime>
  <Words>1607</Words>
  <Application>Microsoft Office PowerPoint</Application>
  <PresentationFormat>Widescreen</PresentationFormat>
  <Paragraphs>225</Paragraphs>
  <Slides>32</Slides>
  <Notes>1</Notes>
  <HiddenSlides>0</HiddenSlides>
  <MMClips>0</MMClips>
  <ScaleCrop>false</ScaleCrop>
  <HeadingPairs>
    <vt:vector size="6" baseType="variant">
      <vt:variant>
        <vt:lpstr>Fonts Used</vt:lpstr>
      </vt:variant>
      <vt:variant>
        <vt:i4>7</vt:i4>
      </vt:variant>
      <vt:variant>
        <vt:lpstr>Theme</vt:lpstr>
      </vt:variant>
      <vt:variant>
        <vt:i4>4</vt:i4>
      </vt:variant>
      <vt:variant>
        <vt:lpstr>Slide Titles</vt:lpstr>
      </vt:variant>
      <vt:variant>
        <vt:i4>32</vt:i4>
      </vt:variant>
    </vt:vector>
  </HeadingPairs>
  <TitlesOfParts>
    <vt:vector size="43" baseType="lpstr">
      <vt:lpstr>等线</vt:lpstr>
      <vt:lpstr>等线 Light</vt:lpstr>
      <vt:lpstr>Arial</vt:lpstr>
      <vt:lpstr>Calibri</vt:lpstr>
      <vt:lpstr>Myriad Pro</vt:lpstr>
      <vt:lpstr>Times New Roman</vt:lpstr>
      <vt:lpstr>Verdana</vt:lpstr>
      <vt:lpstr>1_Office Theme</vt:lpstr>
      <vt:lpstr>Office 主题​​</vt:lpstr>
      <vt:lpstr>2_Office Theme</vt:lpstr>
      <vt:lpstr>3_Office Theme</vt:lpstr>
      <vt:lpstr>QUẢN LÝ CHI TIÊU</vt:lpstr>
      <vt:lpstr>01. Mở đầu  02. Phân tích yêu cầu hệ thống 03. Biểu đồ Use Case tổng quát và thiết kế cơ sở dữ liệu 04. Luồng hoạt động và danh sách các form chính 05. Đánh giá 06. Kết Luận và hướng phát triển </vt:lpstr>
      <vt:lpstr>PowerPoint Presentation</vt:lpstr>
      <vt:lpstr>Lý Do Chọn Đề Tài  Trong bối cảnh công nghệ hiện đại, việc quản lý thu chi bằng sổ tay gây ra nhiều khó khăn như khó kiểm soát dòng tiền, dễ thất thoát và thiếu tính thống kê chính thức.  Xây dựng giải pháp công nghệ Xây dựng ứng dụng Windows giúp người dùng quản lý thu nhập, chi tiêu, ví tiền và các mục khác một cách khoa học.  Mục tiêu Mục tiêu quan trọng của dự án là cung cấp hệ thống biểu đồ thống kê trực quan, giúp người dùng dễ dàng theo dõi biến động tài chính và lập kế hoạch hiệu quả.   </vt:lpstr>
      <vt:lpstr>Phạm Vi Thực Hiện &amp; Đối Tượng </vt:lpstr>
      <vt:lpstr>CÔNG NGHỆ SỬ DỤNG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FormTaiKhoan</vt:lpstr>
      <vt:lpstr>FormThuNhap</vt:lpstr>
      <vt:lpstr>FormChiTieu</vt:lpstr>
      <vt:lpstr>FormKhoanVay</vt:lpstr>
      <vt:lpstr>FormNguoiDung</vt:lpstr>
      <vt:lpstr>FormNhacNho</vt:lpstr>
      <vt:lpstr>FormTietKiem</vt:lpstr>
      <vt:lpstr>PowerPoint Presentation</vt:lpstr>
      <vt:lpstr>Ưu điểm</vt:lpstr>
      <vt:lpstr>Nhược điểm</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Chotts PowerPoint Template</dc:title>
  <dc:creator>1studio</dc:creator>
  <cp:lastModifiedBy>Lê Ngọc Lan Vy</cp:lastModifiedBy>
  <cp:revision>1528</cp:revision>
  <dcterms:created xsi:type="dcterms:W3CDTF">2014-12-03T01:56:27Z</dcterms:created>
  <dcterms:modified xsi:type="dcterms:W3CDTF">2026-05-15T02:29:35Z</dcterms:modified>
</cp:coreProperties>
</file>